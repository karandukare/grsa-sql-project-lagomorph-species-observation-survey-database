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handoutMasterIdLst>
    <p:handoutMasterId r:id="rId17"/>
  </p:handoutMasterIdLst>
  <p:sldIdLst>
    <p:sldId id="277" r:id="rId5"/>
    <p:sldId id="256" r:id="rId6"/>
    <p:sldId id="276" r:id="rId7"/>
    <p:sldId id="271" r:id="rId8"/>
    <p:sldId id="272" r:id="rId9"/>
    <p:sldId id="273" r:id="rId10"/>
    <p:sldId id="274" r:id="rId11"/>
    <p:sldId id="257" r:id="rId12"/>
    <p:sldId id="270" r:id="rId13"/>
    <p:sldId id="262" r:id="rId14"/>
    <p:sldId id="263" r:id="rId15"/>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82" d="100"/>
          <a:sy n="82" d="100"/>
        </p:scale>
        <p:origin x="720" y="48"/>
      </p:cViewPr>
      <p:guideLst>
        <p:guide pos="3839"/>
        <p:guide orient="horz" pos="2160"/>
      </p:guideLst>
    </p:cSldViewPr>
  </p:slideViewPr>
  <p:notesTextViewPr>
    <p:cViewPr>
      <p:scale>
        <a:sx n="1" d="1"/>
        <a:sy n="1" d="1"/>
      </p:scale>
      <p:origin x="0" y="0"/>
    </p:cViewPr>
  </p:notesTextViewPr>
  <p:notesViewPr>
    <p:cSldViewPr>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C482589-CB2F-4003-801D-095B67490E73}" type="datetimeFigureOut">
              <a:rPr lang="en-US"/>
              <a:t>11/12/2025</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4A4844B-5D5D-4D8E-9E71-6B297DF4019B}" type="slidenum">
              <a:rPr/>
              <a:t>‹#›</a:t>
            </a:fld>
            <a:endParaRPr/>
          </a:p>
        </p:txBody>
      </p:sp>
    </p:spTree>
    <p:extLst>
      <p:ext uri="{BB962C8B-B14F-4D97-AF65-F5344CB8AC3E}">
        <p14:creationId xmlns:p14="http://schemas.microsoft.com/office/powerpoint/2010/main" val="38589861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A7D4DBF-746C-4C25-853D-8A1CBE8404F4}" type="datetimeFigureOut">
              <a:rPr lang="en-US"/>
              <a:t>11/12/2025</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DE0FDE7-FE71-46E3-9512-437B13AD5F46}" type="slidenum">
              <a:rPr/>
              <a:t>‹#›</a:t>
            </a:fld>
            <a:endParaRPr/>
          </a:p>
        </p:txBody>
      </p:sp>
    </p:spTree>
    <p:extLst>
      <p:ext uri="{BB962C8B-B14F-4D97-AF65-F5344CB8AC3E}">
        <p14:creationId xmlns:p14="http://schemas.microsoft.com/office/powerpoint/2010/main" val="3566979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74812" y="1524000"/>
            <a:ext cx="8839201" cy="3200400"/>
          </a:xfrm>
        </p:spPr>
        <p:txBody>
          <a:bodyPr>
            <a:no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74813" y="4876800"/>
            <a:ext cx="7162799" cy="990600"/>
          </a:xfrm>
        </p:spPr>
        <p:txBody>
          <a:bodyPr lIns="91440">
            <a:normAutofit/>
          </a:bodyPr>
          <a:lstStyle>
            <a:lvl1pPr marL="0" indent="0" algn="l">
              <a:spcBef>
                <a:spcPts val="0"/>
              </a:spcBef>
              <a:buNone/>
              <a:defRPr sz="2000" cap="all" spc="250" baseline="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1988707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lvl1pPr>
              <a:defRPr sz="1100"/>
            </a:lvl1pPr>
          </a:lstStyle>
          <a:p>
            <a:endParaRPr lang="en-US"/>
          </a:p>
        </p:txBody>
      </p:sp>
      <p:sp>
        <p:nvSpPr>
          <p:cNvPr id="4" name="Date Placeholder 3"/>
          <p:cNvSpPr>
            <a:spLocks noGrp="1"/>
          </p:cNvSpPr>
          <p:nvPr>
            <p:ph type="dt" sz="half" idx="10"/>
          </p:nvPr>
        </p:nvSpPr>
        <p:spPr/>
        <p:txBody>
          <a:bodyPr/>
          <a:lstStyle>
            <a:lvl1pPr>
              <a:defRPr sz="1100"/>
            </a:lvl1pPr>
          </a:lstStyle>
          <a:p>
            <a:fld id="{881DC1F7-A9E9-4D8B-8C97-C74523B2CF2A}" type="datetimeFigureOut">
              <a:rPr lang="en-US" smtClean="0"/>
              <a:pPr/>
              <a:t>11/12/2025</a:t>
            </a:fld>
            <a:endParaRPr lang="en-US"/>
          </a:p>
        </p:txBody>
      </p:sp>
      <p:sp>
        <p:nvSpPr>
          <p:cNvPr id="6" name="Slide Number Placeholder 5"/>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440086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3813" y="3429000"/>
            <a:ext cx="9601201" cy="2286000"/>
          </a:xfrm>
        </p:spPr>
        <p:txBody>
          <a:bodyPr anchor="b">
            <a:normAutofit/>
          </a:bodyPr>
          <a:lstStyle>
            <a:lvl1pPr algn="l">
              <a:defRPr sz="4800" b="0" cap="none" baseline="0"/>
            </a:lvl1pPr>
          </a:lstStyle>
          <a:p>
            <a:r>
              <a:rPr lang="en-US"/>
              <a:t>Click to edit Master title style</a:t>
            </a:r>
            <a:endParaRPr/>
          </a:p>
        </p:txBody>
      </p:sp>
      <p:sp>
        <p:nvSpPr>
          <p:cNvPr id="3" name="Text Placeholder 2"/>
          <p:cNvSpPr>
            <a:spLocks noGrp="1"/>
          </p:cNvSpPr>
          <p:nvPr>
            <p:ph type="body" idx="1"/>
          </p:nvPr>
        </p:nvSpPr>
        <p:spPr>
          <a:xfrm>
            <a:off x="1293813" y="685800"/>
            <a:ext cx="7543800" cy="1066800"/>
          </a:xfrm>
        </p:spPr>
        <p:txBody>
          <a:bodyPr lIns="91440" anchor="t"/>
          <a:lstStyle>
            <a:lvl1pPr marL="0" indent="0">
              <a:spcBef>
                <a:spcPts val="0"/>
              </a:spcBef>
              <a:buNone/>
              <a:defRPr sz="2000" cap="all" spc="250" baseline="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lvl1pPr>
              <a:defRPr sz="1100"/>
            </a:lvl1pPr>
          </a:lstStyle>
          <a:p>
            <a:endParaRPr lang="en-US"/>
          </a:p>
        </p:txBody>
      </p:sp>
      <p:sp>
        <p:nvSpPr>
          <p:cNvPr id="4" name="Date Placeholder 3"/>
          <p:cNvSpPr>
            <a:spLocks noGrp="1"/>
          </p:cNvSpPr>
          <p:nvPr>
            <p:ph type="dt" sz="half" idx="10"/>
          </p:nvPr>
        </p:nvSpPr>
        <p:spPr/>
        <p:txBody>
          <a:bodyPr/>
          <a:lstStyle>
            <a:lvl1pPr>
              <a:defRPr sz="1100"/>
            </a:lvl1pPr>
          </a:lstStyle>
          <a:p>
            <a:fld id="{881DC1F7-A9E9-4D8B-8C97-C74523B2CF2A}" type="datetimeFigureOut">
              <a:rPr lang="en-US" smtClean="0"/>
              <a:pPr/>
              <a:t>11/12/2025</a:t>
            </a:fld>
            <a:endParaRPr lang="en-US"/>
          </a:p>
        </p:txBody>
      </p:sp>
      <p:sp>
        <p:nvSpPr>
          <p:cNvPr id="6" name="Slide Number Placeholder 5"/>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3357889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93813" y="1828800"/>
            <a:ext cx="4648199"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6812" y="1828801"/>
            <a:ext cx="4648202"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lvl1pPr>
              <a:defRPr sz="1100"/>
            </a:lvl1pPr>
          </a:lstStyle>
          <a:p>
            <a:endParaRPr lang="en-US"/>
          </a:p>
        </p:txBody>
      </p:sp>
      <p:sp>
        <p:nvSpPr>
          <p:cNvPr id="5" name="Date Placeholder 4"/>
          <p:cNvSpPr>
            <a:spLocks noGrp="1"/>
          </p:cNvSpPr>
          <p:nvPr>
            <p:ph type="dt" sz="half" idx="10"/>
          </p:nvPr>
        </p:nvSpPr>
        <p:spPr/>
        <p:txBody>
          <a:bodyPr/>
          <a:lstStyle>
            <a:lvl1pPr>
              <a:defRPr sz="1100"/>
            </a:lvl1pPr>
          </a:lstStyle>
          <a:p>
            <a:fld id="{881DC1F7-A9E9-4D8B-8C97-C74523B2CF2A}" type="datetimeFigureOut">
              <a:rPr lang="en-US" smtClean="0"/>
              <a:pPr/>
              <a:t>11/12/2025</a:t>
            </a:fld>
            <a:endParaRPr lang="en-US"/>
          </a:p>
        </p:txBody>
      </p:sp>
      <p:sp>
        <p:nvSpPr>
          <p:cNvPr id="7" name="Slide Number Placeholder 6"/>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1413878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93813" y="1676400"/>
            <a:ext cx="4646376"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3813" y="2438400"/>
            <a:ext cx="4648199" cy="37338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6812" y="1676400"/>
            <a:ext cx="4648201"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6812" y="2438400"/>
            <a:ext cx="4648201" cy="37338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lvl1pPr>
              <a:defRPr sz="1100"/>
            </a:lvl1pPr>
          </a:lstStyle>
          <a:p>
            <a:endParaRPr lang="en-US"/>
          </a:p>
        </p:txBody>
      </p:sp>
      <p:sp>
        <p:nvSpPr>
          <p:cNvPr id="7" name="Date Placeholder 6"/>
          <p:cNvSpPr>
            <a:spLocks noGrp="1"/>
          </p:cNvSpPr>
          <p:nvPr>
            <p:ph type="dt" sz="half" idx="10"/>
          </p:nvPr>
        </p:nvSpPr>
        <p:spPr/>
        <p:txBody>
          <a:bodyPr/>
          <a:lstStyle>
            <a:lvl1pPr>
              <a:defRPr sz="1100"/>
            </a:lvl1pPr>
          </a:lstStyle>
          <a:p>
            <a:fld id="{881DC1F7-A9E9-4D8B-8C97-C74523B2CF2A}" type="datetimeFigureOut">
              <a:rPr lang="en-US" smtClean="0"/>
              <a:pPr/>
              <a:t>11/12/2025</a:t>
            </a:fld>
            <a:endParaRPr lang="en-US"/>
          </a:p>
        </p:txBody>
      </p:sp>
      <p:sp>
        <p:nvSpPr>
          <p:cNvPr id="9" name="Slide Number Placeholder 8"/>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3195692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lvl1pPr>
              <a:defRPr sz="1100"/>
            </a:lvl1pPr>
          </a:lstStyle>
          <a:p>
            <a:endParaRPr lang="en-US"/>
          </a:p>
        </p:txBody>
      </p:sp>
      <p:sp>
        <p:nvSpPr>
          <p:cNvPr id="3" name="Date Placeholder 2"/>
          <p:cNvSpPr>
            <a:spLocks noGrp="1"/>
          </p:cNvSpPr>
          <p:nvPr>
            <p:ph type="dt" sz="half" idx="10"/>
          </p:nvPr>
        </p:nvSpPr>
        <p:spPr/>
        <p:txBody>
          <a:bodyPr/>
          <a:lstStyle>
            <a:lvl1pPr>
              <a:defRPr sz="1100"/>
            </a:lvl1pPr>
          </a:lstStyle>
          <a:p>
            <a:fld id="{881DC1F7-A9E9-4D8B-8C97-C74523B2CF2A}" type="datetimeFigureOut">
              <a:rPr lang="en-US" smtClean="0"/>
              <a:pPr/>
              <a:t>11/12/2025</a:t>
            </a:fld>
            <a:endParaRPr lang="en-US"/>
          </a:p>
        </p:txBody>
      </p:sp>
      <p:sp>
        <p:nvSpPr>
          <p:cNvPr id="5" name="Slide Number Placeholder 4"/>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1021311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sz="1100"/>
            </a:lvl1pPr>
          </a:lstStyle>
          <a:p>
            <a:endParaRPr lang="en-US"/>
          </a:p>
        </p:txBody>
      </p:sp>
      <p:sp>
        <p:nvSpPr>
          <p:cNvPr id="2" name="Date Placeholder 1"/>
          <p:cNvSpPr>
            <a:spLocks noGrp="1"/>
          </p:cNvSpPr>
          <p:nvPr>
            <p:ph type="dt" sz="half" idx="10"/>
          </p:nvPr>
        </p:nvSpPr>
        <p:spPr/>
        <p:txBody>
          <a:bodyPr/>
          <a:lstStyle>
            <a:lvl1pPr>
              <a:defRPr sz="1100"/>
            </a:lvl1pPr>
          </a:lstStyle>
          <a:p>
            <a:fld id="{881DC1F7-A9E9-4D8B-8C97-C74523B2CF2A}" type="datetimeFigureOut">
              <a:rPr lang="en-US" smtClean="0"/>
              <a:pPr/>
              <a:t>11/12/2025</a:t>
            </a:fld>
            <a:endParaRPr lang="en-US"/>
          </a:p>
        </p:txBody>
      </p:sp>
      <p:sp>
        <p:nvSpPr>
          <p:cNvPr id="4" name="Slide Number Placeholder 3"/>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2536631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 name="Rectangle 9"/>
          <p:cNvSpPr/>
          <p:nvPr/>
        </p:nvSpPr>
        <p:spPr>
          <a:xfrm>
            <a:off x="608012" y="0"/>
            <a:ext cx="4883563"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Rectangle 10"/>
          <p:cNvSpPr/>
          <p:nvPr/>
        </p:nvSpPr>
        <p:spPr>
          <a:xfrm>
            <a:off x="699452" y="0"/>
            <a:ext cx="4700684" cy="6858000"/>
          </a:xfrm>
          <a:prstGeom prst="rect">
            <a:avLst/>
          </a:prstGeom>
          <a:solidFill>
            <a:schemeClr val="accent2">
              <a:lumMod val="7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1293813" y="685800"/>
            <a:ext cx="3581400" cy="3886200"/>
          </a:xfrm>
        </p:spPr>
        <p:txBody>
          <a:bodyPr anchor="b">
            <a:noAutofit/>
          </a:bodyPr>
          <a:lstStyle>
            <a:lvl1pPr algn="l">
              <a:defRPr sz="4000" b="0"/>
            </a:lvl1pPr>
          </a:lstStyle>
          <a:p>
            <a:r>
              <a:rPr lang="en-US"/>
              <a:t>Click to edit Master title style</a:t>
            </a:r>
            <a:endParaRPr dirty="0"/>
          </a:p>
        </p:txBody>
      </p:sp>
      <p:sp>
        <p:nvSpPr>
          <p:cNvPr id="4" name="Text Placeholder 3"/>
          <p:cNvSpPr>
            <a:spLocks noGrp="1"/>
          </p:cNvSpPr>
          <p:nvPr>
            <p:ph type="body" sz="half" idx="2"/>
          </p:nvPr>
        </p:nvSpPr>
        <p:spPr>
          <a:xfrm>
            <a:off x="1293813" y="4724400"/>
            <a:ext cx="3581400" cy="1401764"/>
          </a:xfrm>
        </p:spPr>
        <p:txBody>
          <a:bodyPr>
            <a:normAutofit/>
          </a:bodyPr>
          <a:lstStyle>
            <a:lvl1pPr marL="0" indent="0">
              <a:spcBef>
                <a:spcPts val="12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6094413" y="685800"/>
            <a:ext cx="5484970"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lvl1pPr>
              <a:defRPr sz="1100"/>
            </a:lvl1pPr>
          </a:lstStyle>
          <a:p>
            <a:endParaRPr lang="en-US"/>
          </a:p>
        </p:txBody>
      </p:sp>
      <p:sp>
        <p:nvSpPr>
          <p:cNvPr id="5" name="Date Placeholder 4"/>
          <p:cNvSpPr>
            <a:spLocks noGrp="1"/>
          </p:cNvSpPr>
          <p:nvPr>
            <p:ph type="dt" sz="half" idx="10"/>
          </p:nvPr>
        </p:nvSpPr>
        <p:spPr/>
        <p:txBody>
          <a:bodyPr/>
          <a:lstStyle>
            <a:lvl1pPr>
              <a:defRPr sz="1100"/>
            </a:lvl1pPr>
          </a:lstStyle>
          <a:p>
            <a:fld id="{881DC1F7-A9E9-4D8B-8C97-C74523B2CF2A}" type="datetimeFigureOut">
              <a:rPr lang="en-US" smtClean="0"/>
              <a:pPr/>
              <a:t>11/12/2025</a:t>
            </a:fld>
            <a:endParaRPr lang="en-US"/>
          </a:p>
        </p:txBody>
      </p:sp>
      <p:sp>
        <p:nvSpPr>
          <p:cNvPr id="7" name="Slide Number Placeholder 6"/>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1219575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2" name="Rectangle 11"/>
          <p:cNvSpPr/>
          <p:nvPr/>
        </p:nvSpPr>
        <p:spPr>
          <a:xfrm>
            <a:off x="608012" y="0"/>
            <a:ext cx="4883563"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3" name="Rectangle 12"/>
          <p:cNvSpPr/>
          <p:nvPr/>
        </p:nvSpPr>
        <p:spPr>
          <a:xfrm>
            <a:off x="699452" y="0"/>
            <a:ext cx="4700684" cy="6858000"/>
          </a:xfrm>
          <a:prstGeom prst="rect">
            <a:avLst/>
          </a:prstGeom>
          <a:solidFill>
            <a:schemeClr val="accent2">
              <a:lumMod val="7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1293813" y="685800"/>
            <a:ext cx="3581400" cy="3886200"/>
          </a:xfrm>
        </p:spPr>
        <p:txBody>
          <a:bodyPr anchor="b">
            <a:noAutofit/>
          </a:bodyPr>
          <a:lstStyle>
            <a:lvl1pPr algn="l">
              <a:defRPr sz="4000" b="0"/>
            </a:lvl1pPr>
          </a:lstStyle>
          <a:p>
            <a:r>
              <a:rPr lang="en-US"/>
              <a:t>Click to edit Master title style</a:t>
            </a:r>
            <a:endParaRPr/>
          </a:p>
        </p:txBody>
      </p:sp>
      <p:sp>
        <p:nvSpPr>
          <p:cNvPr id="4" name="Text Placeholder 3"/>
          <p:cNvSpPr>
            <a:spLocks noGrp="1"/>
          </p:cNvSpPr>
          <p:nvPr>
            <p:ph type="body" sz="half" idx="2"/>
          </p:nvPr>
        </p:nvSpPr>
        <p:spPr>
          <a:xfrm>
            <a:off x="1293813" y="4724400"/>
            <a:ext cx="3581400" cy="1401764"/>
          </a:xfrm>
        </p:spPr>
        <p:txBody>
          <a:bodyPr>
            <a:normAutofit/>
          </a:bodyPr>
          <a:lstStyle>
            <a:lvl1pPr marL="0" indent="0">
              <a:spcBef>
                <a:spcPts val="12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Picture Placeholder 2" descr="An empty placeholder to add an image. Click on the placeholder and select the image that you wish to add.&#10;"/>
          <p:cNvSpPr>
            <a:spLocks noGrp="1"/>
          </p:cNvSpPr>
          <p:nvPr>
            <p:ph type="pic" idx="1"/>
          </p:nvPr>
        </p:nvSpPr>
        <p:spPr>
          <a:xfrm>
            <a:off x="6094413" y="685800"/>
            <a:ext cx="5486400" cy="5486400"/>
          </a:xfrm>
          <a:solidFill>
            <a:schemeClr val="tx2">
              <a:lumMod val="10000"/>
            </a:schemeClr>
          </a:solidFill>
          <a:ln w="50800">
            <a:solidFill>
              <a:schemeClr val="tx1"/>
            </a:solidFill>
            <a:miter lim="800000"/>
          </a:ln>
          <a:effectLst>
            <a:outerShdw blurRad="190500" algn="ctr" rotWithShape="0">
              <a:prstClr val="black">
                <a:alpha val="50000"/>
              </a:prstClr>
            </a:outerShdw>
          </a:effectLst>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6" name="Footer Placeholder 5"/>
          <p:cNvSpPr>
            <a:spLocks noGrp="1"/>
          </p:cNvSpPr>
          <p:nvPr>
            <p:ph type="ftr" sz="quarter" idx="11"/>
          </p:nvPr>
        </p:nvSpPr>
        <p:spPr/>
        <p:txBody>
          <a:bodyPr/>
          <a:lstStyle>
            <a:lvl1pPr>
              <a:defRPr sz="1100"/>
            </a:lvl1pPr>
          </a:lstStyle>
          <a:p>
            <a:endParaRPr lang="en-US"/>
          </a:p>
        </p:txBody>
      </p:sp>
      <p:sp>
        <p:nvSpPr>
          <p:cNvPr id="5" name="Date Placeholder 4"/>
          <p:cNvSpPr>
            <a:spLocks noGrp="1"/>
          </p:cNvSpPr>
          <p:nvPr>
            <p:ph type="dt" sz="half" idx="10"/>
          </p:nvPr>
        </p:nvSpPr>
        <p:spPr/>
        <p:txBody>
          <a:bodyPr/>
          <a:lstStyle>
            <a:lvl1pPr>
              <a:defRPr sz="1100"/>
            </a:lvl1pPr>
          </a:lstStyle>
          <a:p>
            <a:fld id="{881DC1F7-A9E9-4D8B-8C97-C74523B2CF2A}" type="datetimeFigureOut">
              <a:rPr lang="en-US" smtClean="0"/>
              <a:pPr/>
              <a:t>11/12/2025</a:t>
            </a:fld>
            <a:endParaRPr lang="en-US"/>
          </a:p>
        </p:txBody>
      </p:sp>
      <p:sp>
        <p:nvSpPr>
          <p:cNvPr id="7" name="Slide Number Placeholder 6"/>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3971934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Alternate Picture with Caption">
    <p:spTree>
      <p:nvGrpSpPr>
        <p:cNvPr id="1" name=""/>
        <p:cNvGrpSpPr/>
        <p:nvPr/>
      </p:nvGrpSpPr>
      <p:grpSpPr>
        <a:xfrm>
          <a:off x="0" y="0"/>
          <a:ext cx="0" cy="0"/>
          <a:chOff x="0" y="0"/>
          <a:chExt cx="0" cy="0"/>
        </a:xfrm>
      </p:grpSpPr>
      <p:sp>
        <p:nvSpPr>
          <p:cNvPr id="10" name="Rectangle 9"/>
          <p:cNvSpPr/>
          <p:nvPr/>
        </p:nvSpPr>
        <p:spPr>
          <a:xfrm>
            <a:off x="5393372" y="0"/>
            <a:ext cx="67954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Rectangle 10"/>
          <p:cNvSpPr/>
          <p:nvPr/>
        </p:nvSpPr>
        <p:spPr>
          <a:xfrm>
            <a:off x="5484812" y="0"/>
            <a:ext cx="6704012" cy="6858000"/>
          </a:xfrm>
          <a:prstGeom prst="rect">
            <a:avLst/>
          </a:prstGeom>
          <a:solidFill>
            <a:schemeClr val="accent2">
              <a:lumMod val="7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08013" y="685800"/>
            <a:ext cx="4267200" cy="3886200"/>
          </a:xfrm>
        </p:spPr>
        <p:txBody>
          <a:bodyPr anchor="b">
            <a:noAutofit/>
          </a:bodyPr>
          <a:lstStyle>
            <a:lvl1pPr algn="l">
              <a:defRPr sz="4000" b="0"/>
            </a:lvl1pPr>
          </a:lstStyle>
          <a:p>
            <a:r>
              <a:rPr lang="en-US"/>
              <a:t>Click to edit Master title style</a:t>
            </a:r>
            <a:endParaRPr/>
          </a:p>
        </p:txBody>
      </p:sp>
      <p:sp>
        <p:nvSpPr>
          <p:cNvPr id="4" name="Text Placeholder 3"/>
          <p:cNvSpPr>
            <a:spLocks noGrp="1"/>
          </p:cNvSpPr>
          <p:nvPr>
            <p:ph type="body" sz="half" idx="2"/>
          </p:nvPr>
        </p:nvSpPr>
        <p:spPr>
          <a:xfrm>
            <a:off x="608013" y="4724400"/>
            <a:ext cx="4267200" cy="1447800"/>
          </a:xfrm>
        </p:spPr>
        <p:txBody>
          <a:bodyPr>
            <a:normAutofit/>
          </a:bodyPr>
          <a:lstStyle>
            <a:lvl1pPr marL="0" indent="0">
              <a:spcBef>
                <a:spcPts val="12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Picture Placeholder 2" descr="An empty placeholder to add an image. Click on the placeholder and select the image that you wish to add.&#10;"/>
          <p:cNvSpPr>
            <a:spLocks noGrp="1"/>
          </p:cNvSpPr>
          <p:nvPr>
            <p:ph type="pic" idx="1"/>
          </p:nvPr>
        </p:nvSpPr>
        <p:spPr>
          <a:xfrm>
            <a:off x="6094413" y="685800"/>
            <a:ext cx="5486400" cy="5486400"/>
          </a:xfrm>
          <a:solidFill>
            <a:schemeClr val="tx2">
              <a:lumMod val="10000"/>
            </a:schemeClr>
          </a:solidFill>
          <a:ln w="50800">
            <a:solidFill>
              <a:schemeClr val="tx1"/>
            </a:solidFill>
            <a:miter lim="800000"/>
          </a:ln>
          <a:effectLst>
            <a:outerShdw blurRad="190500" algn="ctr" rotWithShape="0">
              <a:prstClr val="black">
                <a:alpha val="50000"/>
              </a:prstClr>
            </a:outerShdw>
          </a:effectLst>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6" name="Footer Placeholder 5"/>
          <p:cNvSpPr>
            <a:spLocks noGrp="1"/>
          </p:cNvSpPr>
          <p:nvPr>
            <p:ph type="ftr" sz="quarter" idx="11"/>
          </p:nvPr>
        </p:nvSpPr>
        <p:spPr/>
        <p:txBody>
          <a:bodyPr/>
          <a:lstStyle>
            <a:lvl1pPr>
              <a:defRPr sz="1100"/>
            </a:lvl1pPr>
          </a:lstStyle>
          <a:p>
            <a:endParaRPr lang="en-US"/>
          </a:p>
        </p:txBody>
      </p:sp>
      <p:sp>
        <p:nvSpPr>
          <p:cNvPr id="5" name="Date Placeholder 4"/>
          <p:cNvSpPr>
            <a:spLocks noGrp="1"/>
          </p:cNvSpPr>
          <p:nvPr>
            <p:ph type="dt" sz="half" idx="10"/>
          </p:nvPr>
        </p:nvSpPr>
        <p:spPr/>
        <p:txBody>
          <a:bodyPr/>
          <a:lstStyle>
            <a:lvl1pPr>
              <a:defRPr sz="1100"/>
            </a:lvl1pPr>
          </a:lstStyle>
          <a:p>
            <a:fld id="{881DC1F7-A9E9-4D8B-8C97-C74523B2CF2A}" type="datetimeFigureOut">
              <a:rPr lang="en-US" smtClean="0"/>
              <a:pPr/>
              <a:t>11/12/2025</a:t>
            </a:fld>
            <a:endParaRPr lang="en-US"/>
          </a:p>
        </p:txBody>
      </p:sp>
      <p:sp>
        <p:nvSpPr>
          <p:cNvPr id="7" name="Slide Number Placeholder 6"/>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2139536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lvl1pPr>
              <a:defRPr sz="1100"/>
            </a:lvl1pPr>
          </a:lstStyle>
          <a:p>
            <a:endParaRPr lang="en-US"/>
          </a:p>
        </p:txBody>
      </p:sp>
      <p:sp>
        <p:nvSpPr>
          <p:cNvPr id="4" name="Date Placeholder 3"/>
          <p:cNvSpPr>
            <a:spLocks noGrp="1"/>
          </p:cNvSpPr>
          <p:nvPr>
            <p:ph type="dt" sz="half" idx="10"/>
          </p:nvPr>
        </p:nvSpPr>
        <p:spPr/>
        <p:txBody>
          <a:bodyPr/>
          <a:lstStyle>
            <a:lvl1pPr>
              <a:defRPr sz="1100"/>
            </a:lvl1pPr>
          </a:lstStyle>
          <a:p>
            <a:fld id="{881DC1F7-A9E9-4D8B-8C97-C74523B2CF2A}" type="datetimeFigureOut">
              <a:rPr lang="en-US" smtClean="0"/>
              <a:pPr/>
              <a:t>11/12/2025</a:t>
            </a:fld>
            <a:endParaRPr lang="en-US"/>
          </a:p>
        </p:txBody>
      </p:sp>
      <p:sp>
        <p:nvSpPr>
          <p:cNvPr id="6" name="Slide Number Placeholder 5"/>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214899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675812" y="685801"/>
            <a:ext cx="1219201" cy="54864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93813" y="685800"/>
            <a:ext cx="8153399" cy="5486400"/>
          </a:xfrm>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lvl1pPr>
              <a:defRPr sz="1100"/>
            </a:lvl1pPr>
          </a:lstStyle>
          <a:p>
            <a:endParaRPr lang="en-US"/>
          </a:p>
        </p:txBody>
      </p:sp>
      <p:sp>
        <p:nvSpPr>
          <p:cNvPr id="4" name="Date Placeholder 3"/>
          <p:cNvSpPr>
            <a:spLocks noGrp="1"/>
          </p:cNvSpPr>
          <p:nvPr>
            <p:ph type="dt" sz="half" idx="10"/>
          </p:nvPr>
        </p:nvSpPr>
        <p:spPr/>
        <p:txBody>
          <a:bodyPr/>
          <a:lstStyle>
            <a:lvl1pPr>
              <a:defRPr sz="1100"/>
            </a:lvl1pPr>
          </a:lstStyle>
          <a:p>
            <a:fld id="{881DC1F7-A9E9-4D8B-8C97-C74523B2CF2A}" type="datetimeFigureOut">
              <a:rPr lang="en-US" smtClean="0"/>
              <a:pPr/>
              <a:t>11/12/2025</a:t>
            </a:fld>
            <a:endParaRPr lang="en-US"/>
          </a:p>
        </p:txBody>
      </p:sp>
      <p:sp>
        <p:nvSpPr>
          <p:cNvPr id="6" name="Slide Number Placeholder 5"/>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3127202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93812" y="381000"/>
            <a:ext cx="9601200" cy="11430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293814" y="1828800"/>
            <a:ext cx="9601200" cy="4343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293813" y="6400801"/>
            <a:ext cx="6324599" cy="276226"/>
          </a:xfrm>
          <a:prstGeom prst="rect">
            <a:avLst/>
          </a:prstGeom>
        </p:spPr>
        <p:txBody>
          <a:bodyPr vert="horz" lIns="91440" tIns="45720" rIns="91440" bIns="45720" rtlCol="0" anchor="ctr"/>
          <a:lstStyle>
            <a:lvl1pPr algn="l">
              <a:defRPr sz="1000" cap="all" baseline="0">
                <a:solidFill>
                  <a:schemeClr val="tx1">
                    <a:tint val="75000"/>
                  </a:schemeClr>
                </a:solidFill>
              </a:defRPr>
            </a:lvl1pPr>
          </a:lstStyle>
          <a:p>
            <a:endParaRPr/>
          </a:p>
        </p:txBody>
      </p:sp>
      <p:sp>
        <p:nvSpPr>
          <p:cNvPr id="4" name="Date Placeholder 3"/>
          <p:cNvSpPr>
            <a:spLocks noGrp="1"/>
          </p:cNvSpPr>
          <p:nvPr>
            <p:ph type="dt" sz="half" idx="2"/>
          </p:nvPr>
        </p:nvSpPr>
        <p:spPr>
          <a:xfrm>
            <a:off x="7999412" y="6400801"/>
            <a:ext cx="1320059" cy="276226"/>
          </a:xfrm>
          <a:prstGeom prst="rect">
            <a:avLst/>
          </a:prstGeom>
        </p:spPr>
        <p:txBody>
          <a:bodyPr vert="horz" lIns="91440" tIns="45720" rIns="91440" bIns="45720" rtlCol="0" anchor="ctr"/>
          <a:lstStyle>
            <a:lvl1pPr algn="r">
              <a:defRPr sz="1000">
                <a:solidFill>
                  <a:schemeClr val="tx1">
                    <a:tint val="75000"/>
                  </a:schemeClr>
                </a:solidFill>
              </a:defRPr>
            </a:lvl1pPr>
          </a:lstStyle>
          <a:p>
            <a:fld id="{881DC1F7-A9E9-4D8B-8C97-C74523B2CF2A}" type="datetimeFigureOut">
              <a:rPr lang="en-US"/>
              <a:pPr/>
              <a:t>11/12/2025</a:t>
            </a:fld>
            <a:endParaRPr/>
          </a:p>
        </p:txBody>
      </p:sp>
      <p:sp>
        <p:nvSpPr>
          <p:cNvPr id="6" name="Slide Number Placeholder 5"/>
          <p:cNvSpPr>
            <a:spLocks noGrp="1"/>
          </p:cNvSpPr>
          <p:nvPr>
            <p:ph type="sldNum" sz="quarter" idx="4"/>
          </p:nvPr>
        </p:nvSpPr>
        <p:spPr>
          <a:xfrm>
            <a:off x="9675812" y="6400801"/>
            <a:ext cx="1219202" cy="276226"/>
          </a:xfrm>
          <a:prstGeom prst="rect">
            <a:avLst/>
          </a:prstGeom>
        </p:spPr>
        <p:txBody>
          <a:bodyPr vert="horz" lIns="91440" tIns="45720" rIns="91440" bIns="45720" rtlCol="0" anchor="ctr"/>
          <a:lstStyle>
            <a:lvl1pPr algn="r">
              <a:defRPr sz="1000">
                <a:solidFill>
                  <a:schemeClr val="tx1">
                    <a:tint val="75000"/>
                  </a:schemeClr>
                </a:solidFill>
              </a:defRPr>
            </a:lvl1pPr>
          </a:lstStyle>
          <a:p>
            <a:fld id="{299542E4-2CCF-42F6-9D92-ED568035133D}" type="slidenum">
              <a:rPr/>
              <a:pPr/>
              <a:t>‹#›</a:t>
            </a:fld>
            <a:endParaRPr/>
          </a:p>
        </p:txBody>
      </p:sp>
    </p:spTree>
    <p:extLst>
      <p:ext uri="{BB962C8B-B14F-4D97-AF65-F5344CB8AC3E}">
        <p14:creationId xmlns:p14="http://schemas.microsoft.com/office/powerpoint/2010/main" val="4108209902"/>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2"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8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600"/>
        </a:spcBef>
        <a:buFont typeface="Arial" pitchFamily="34" charset="0"/>
        <a:buChar char="•"/>
        <a:defRPr sz="2400" kern="1200">
          <a:solidFill>
            <a:schemeClr val="tx1"/>
          </a:solidFill>
          <a:latin typeface="+mn-lt"/>
          <a:ea typeface="+mn-ea"/>
          <a:cs typeface="+mn-cs"/>
        </a:defRPr>
      </a:lvl1pPr>
      <a:lvl2pPr marL="594360" indent="-228600" algn="l" defTabSz="914400" rtl="0" eaLnBrk="1" latinLnBrk="0" hangingPunct="1">
        <a:lnSpc>
          <a:spcPct val="90000"/>
        </a:lnSpc>
        <a:spcBef>
          <a:spcPts val="800"/>
        </a:spcBef>
        <a:buFont typeface="Century" pitchFamily="18" charset="0"/>
        <a:buChar char="–"/>
        <a:defRPr sz="2000" kern="1200">
          <a:solidFill>
            <a:schemeClr val="tx1"/>
          </a:solidFill>
          <a:latin typeface="+mn-lt"/>
          <a:ea typeface="+mn-ea"/>
          <a:cs typeface="+mn-cs"/>
        </a:defRPr>
      </a:lvl2pPr>
      <a:lvl3pPr marL="960120" indent="-228600"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3pPr>
      <a:lvl4pPr marL="1325880" indent="-228600" algn="l" defTabSz="914400" rtl="0" eaLnBrk="1" latinLnBrk="0" hangingPunct="1">
        <a:lnSpc>
          <a:spcPct val="90000"/>
        </a:lnSpc>
        <a:spcBef>
          <a:spcPts val="600"/>
        </a:spcBef>
        <a:buFont typeface="Arial" pitchFamily="34" charset="0"/>
        <a:buChar char="–"/>
        <a:defRPr sz="1600" kern="1200">
          <a:solidFill>
            <a:schemeClr val="tx1"/>
          </a:solidFill>
          <a:latin typeface="+mn-lt"/>
          <a:ea typeface="+mn-ea"/>
          <a:cs typeface="+mn-cs"/>
        </a:defRPr>
      </a:lvl4pPr>
      <a:lvl5pPr marL="1691640" indent="-228600" algn="l" defTabSz="914400" rtl="0" eaLnBrk="1" latinLnBrk="0" hangingPunct="1">
        <a:lnSpc>
          <a:spcPct val="90000"/>
        </a:lnSpc>
        <a:spcBef>
          <a:spcPts val="600"/>
        </a:spcBef>
        <a:buFont typeface="Arial" pitchFamily="34" charset="0"/>
        <a:buChar char="•"/>
        <a:defRPr sz="1600" kern="1200">
          <a:solidFill>
            <a:schemeClr val="tx1"/>
          </a:solidFill>
          <a:latin typeface="+mn-lt"/>
          <a:ea typeface="+mn-ea"/>
          <a:cs typeface="+mn-cs"/>
        </a:defRPr>
      </a:lvl5pPr>
      <a:lvl6pPr marL="2057400" indent="-228600" algn="l" defTabSz="914400" rtl="0" eaLnBrk="1" latinLnBrk="0" hangingPunct="1">
        <a:spcBef>
          <a:spcPts val="600"/>
        </a:spcBef>
        <a:buFont typeface="Arial" pitchFamily="34" charset="0"/>
        <a:buChar char="–"/>
        <a:defRPr sz="1600" kern="1200">
          <a:solidFill>
            <a:schemeClr val="tx1"/>
          </a:solidFill>
          <a:latin typeface="+mn-lt"/>
          <a:ea typeface="+mn-ea"/>
          <a:cs typeface="+mn-cs"/>
        </a:defRPr>
      </a:lvl6pPr>
      <a:lvl7pPr marL="2423160" indent="-228600" algn="l" defTabSz="914400" rtl="0" eaLnBrk="1" latinLnBrk="0" hangingPunct="1">
        <a:spcBef>
          <a:spcPts val="600"/>
        </a:spcBef>
        <a:buFont typeface="Arial" pitchFamily="34" charset="0"/>
        <a:buChar char="•"/>
        <a:defRPr sz="1600" kern="1200">
          <a:solidFill>
            <a:schemeClr val="tx1"/>
          </a:solidFill>
          <a:latin typeface="+mn-lt"/>
          <a:ea typeface="+mn-ea"/>
          <a:cs typeface="+mn-cs"/>
        </a:defRPr>
      </a:lvl7pPr>
      <a:lvl8pPr marL="2788920" indent="-228600" algn="l" defTabSz="914400" rtl="0" eaLnBrk="1" latinLnBrk="0" hangingPunct="1">
        <a:spcBef>
          <a:spcPts val="600"/>
        </a:spcBef>
        <a:buFont typeface="Arial" pitchFamily="34" charset="0"/>
        <a:buChar char="–"/>
        <a:defRPr sz="1600" kern="1200">
          <a:solidFill>
            <a:schemeClr val="tx1"/>
          </a:solidFill>
          <a:latin typeface="+mn-lt"/>
          <a:ea typeface="+mn-ea"/>
          <a:cs typeface="+mn-cs"/>
        </a:defRPr>
      </a:lvl8pPr>
      <a:lvl9pPr marL="3154680" indent="-228600" algn="l" defTabSz="914400" rtl="0" eaLnBrk="1" latinLnBrk="0" hangingPunct="1">
        <a:spcBef>
          <a:spcPts val="600"/>
        </a:spcBef>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3.xml"/><Relationship Id="rId1" Type="http://schemas.openxmlformats.org/officeDocument/2006/relationships/themeOverride" Target="../theme/themeOverride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3F910-05EA-3172-2A42-BF9AF5134A25}"/>
              </a:ext>
            </a:extLst>
          </p:cNvPr>
          <p:cNvSpPr>
            <a:spLocks noGrp="1"/>
          </p:cNvSpPr>
          <p:nvPr>
            <p:ph type="title"/>
          </p:nvPr>
        </p:nvSpPr>
        <p:spPr>
          <a:xfrm>
            <a:off x="74612" y="381000"/>
            <a:ext cx="10820400" cy="1143000"/>
          </a:xfrm>
        </p:spPr>
        <p:txBody>
          <a:bodyPr>
            <a:normAutofit fontScale="90000"/>
          </a:bodyPr>
          <a:lstStyle/>
          <a:p>
            <a:pPr algn="ctr">
              <a:lnSpc>
                <a:spcPct val="150000"/>
              </a:lnSpc>
            </a:pPr>
            <a:r>
              <a:rPr lang="en-US" sz="3200" dirty="0"/>
              <a:t>Lagomorph Species Observation and Survey Database </a:t>
            </a:r>
            <a:br>
              <a:rPr lang="en-US" sz="3200" dirty="0"/>
            </a:br>
            <a:r>
              <a:rPr lang="en-US" sz="3200" dirty="0"/>
              <a:t>{ </a:t>
            </a:r>
            <a:r>
              <a:rPr lang="en-US" sz="3200" u="sng" dirty="0"/>
              <a:t>GRSA Project</a:t>
            </a:r>
            <a:r>
              <a:rPr lang="en-US" sz="3200" dirty="0"/>
              <a:t> }</a:t>
            </a:r>
            <a:endParaRPr lang="en-IN" sz="3200" dirty="0"/>
          </a:p>
        </p:txBody>
      </p:sp>
      <p:sp>
        <p:nvSpPr>
          <p:cNvPr id="3" name="Content Placeholder 2">
            <a:extLst>
              <a:ext uri="{FF2B5EF4-FFF2-40B4-BE49-F238E27FC236}">
                <a16:creationId xmlns:a16="http://schemas.microsoft.com/office/drawing/2014/main" id="{E70C754B-AD2B-82B3-E068-587553E699F9}"/>
              </a:ext>
            </a:extLst>
          </p:cNvPr>
          <p:cNvSpPr>
            <a:spLocks noGrp="1"/>
          </p:cNvSpPr>
          <p:nvPr>
            <p:ph idx="1"/>
          </p:nvPr>
        </p:nvSpPr>
        <p:spPr>
          <a:xfrm>
            <a:off x="1293814" y="1828800"/>
            <a:ext cx="9601200" cy="2057400"/>
          </a:xfrm>
        </p:spPr>
        <p:txBody>
          <a:bodyPr/>
          <a:lstStyle/>
          <a:p>
            <a:pPr>
              <a:buFont typeface="Wingdings" panose="05000000000000000000" pitchFamily="2" charset="2"/>
              <a:buChar char="ü"/>
            </a:pPr>
            <a:r>
              <a:rPr lang="en-IN" dirty="0"/>
              <a:t> Introduction:</a:t>
            </a:r>
            <a:endParaRPr lang="en-US" dirty="0"/>
          </a:p>
          <a:p>
            <a:pPr marL="0" indent="0">
              <a:buNone/>
            </a:pPr>
            <a:r>
              <a:rPr lang="en-US" sz="1600" dirty="0"/>
              <a:t>This project focuses on analyzing ecological survey data of lagomorph species (rabbits and hares) collected from the Great Sand Dunes National Park and Preserve (GRSA). Using PostgreSQL, the data was cleaned, organized, and explored to uncover meaningful insights about species distribution, habitat preferences, and environmental conditions. The project demonstrates how data-driven analysis can support wildlife management, biodiversity assessment, and scientific research using structured SQL queries.</a:t>
            </a:r>
          </a:p>
          <a:p>
            <a:endParaRPr lang="en-IN" dirty="0"/>
          </a:p>
        </p:txBody>
      </p:sp>
      <p:pic>
        <p:nvPicPr>
          <p:cNvPr id="5" name="Picture 4">
            <a:extLst>
              <a:ext uri="{FF2B5EF4-FFF2-40B4-BE49-F238E27FC236}">
                <a16:creationId xmlns:a16="http://schemas.microsoft.com/office/drawing/2014/main" id="{F05F6D0B-B8E6-419C-3560-E5962BFCFC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113" y="4191000"/>
            <a:ext cx="2828925" cy="2828925"/>
          </a:xfrm>
          <a:prstGeom prst="rect">
            <a:avLst/>
          </a:prstGeom>
        </p:spPr>
      </p:pic>
      <p:pic>
        <p:nvPicPr>
          <p:cNvPr id="6" name="Picture 5">
            <a:extLst>
              <a:ext uri="{FF2B5EF4-FFF2-40B4-BE49-F238E27FC236}">
                <a16:creationId xmlns:a16="http://schemas.microsoft.com/office/drawing/2014/main" id="{756151AC-87CD-AAE0-D7E4-5F34B7E7A0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66287" y="4191000"/>
            <a:ext cx="2828925" cy="2828925"/>
          </a:xfrm>
          <a:prstGeom prst="rect">
            <a:avLst/>
          </a:prstGeom>
        </p:spPr>
      </p:pic>
      <p:sp>
        <p:nvSpPr>
          <p:cNvPr id="7" name="Title 1">
            <a:extLst>
              <a:ext uri="{FF2B5EF4-FFF2-40B4-BE49-F238E27FC236}">
                <a16:creationId xmlns:a16="http://schemas.microsoft.com/office/drawing/2014/main" id="{E53F9348-C186-6785-591D-00549A933927}"/>
              </a:ext>
            </a:extLst>
          </p:cNvPr>
          <p:cNvSpPr txBox="1">
            <a:spLocks/>
          </p:cNvSpPr>
          <p:nvPr/>
        </p:nvSpPr>
        <p:spPr>
          <a:xfrm>
            <a:off x="3803649" y="4691062"/>
            <a:ext cx="4495800" cy="914400"/>
          </a:xfrm>
          <a:prstGeom prst="rect">
            <a:avLst/>
          </a:prstGeom>
        </p:spPr>
        <p:txBody>
          <a:bodyPr vert="horz" lIns="91440" tIns="45720" rIns="91440" bIns="45720" rtlCol="0" anchor="b">
            <a:normAutofit fontScale="97500"/>
          </a:bodyPr>
          <a:lstStyle>
            <a:lvl1pPr algn="l" defTabSz="914400" rtl="0" eaLnBrk="1" latinLnBrk="0" hangingPunct="1">
              <a:lnSpc>
                <a:spcPct val="80000"/>
              </a:lnSpc>
              <a:spcBef>
                <a:spcPct val="0"/>
              </a:spcBef>
              <a:buNone/>
              <a:defRPr sz="4000" kern="1200">
                <a:solidFill>
                  <a:schemeClr val="tx1"/>
                </a:solidFill>
                <a:latin typeface="+mj-lt"/>
                <a:ea typeface="+mj-ea"/>
                <a:cs typeface="+mj-cs"/>
              </a:defRPr>
            </a:lvl1pPr>
          </a:lstStyle>
          <a:p>
            <a:pPr algn="ctr">
              <a:lnSpc>
                <a:spcPct val="150000"/>
              </a:lnSpc>
            </a:pPr>
            <a:r>
              <a:rPr lang="en-IN" sz="3200" dirty="0"/>
              <a:t>{ </a:t>
            </a:r>
            <a:r>
              <a:rPr lang="en-IN" sz="3200" u="sng" dirty="0"/>
              <a:t>Data &amp; Methodology</a:t>
            </a:r>
            <a:r>
              <a:rPr lang="en-IN" sz="3200" dirty="0"/>
              <a:t> }</a:t>
            </a:r>
          </a:p>
        </p:txBody>
      </p:sp>
    </p:spTree>
    <p:extLst>
      <p:ext uri="{BB962C8B-B14F-4D97-AF65-F5344CB8AC3E}">
        <p14:creationId xmlns:p14="http://schemas.microsoft.com/office/powerpoint/2010/main" val="3362442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4612" y="152400"/>
            <a:ext cx="11049000" cy="2133600"/>
          </a:xfrm>
        </p:spPr>
        <p:txBody>
          <a:bodyPr/>
          <a:lstStyle/>
          <a:p>
            <a:pPr>
              <a:lnSpc>
                <a:spcPct val="100000"/>
              </a:lnSpc>
              <a:spcBef>
                <a:spcPts val="0"/>
              </a:spcBef>
            </a:pPr>
            <a:r>
              <a:rPr lang="en-IN" sz="2400" b="1" dirty="0"/>
              <a:t>Question 1</a:t>
            </a:r>
            <a:br>
              <a:rPr lang="en-IN" sz="2800" b="1" dirty="0"/>
            </a:br>
            <a:r>
              <a:rPr lang="en-IN" sz="2400" b="1" dirty="0"/>
              <a:t>How many total observations were recorded for each lagomorph species?</a:t>
            </a:r>
            <a:br>
              <a:rPr lang="en-IN" sz="2800" b="1" dirty="0"/>
            </a:br>
            <a:br>
              <a:rPr lang="en-IN" sz="2800" b="1" dirty="0"/>
            </a:br>
            <a:r>
              <a:rPr lang="en-IN" sz="1600" b="1" dirty="0"/>
              <a:t>Answer:-</a:t>
            </a:r>
            <a:br>
              <a:rPr lang="en-IN" sz="2800" b="1" dirty="0"/>
            </a:br>
            <a:r>
              <a:rPr lang="en-IN" sz="2800" b="1" dirty="0"/>
              <a:t>	</a:t>
            </a:r>
            <a:r>
              <a:rPr lang="en-US" sz="1400" dirty="0"/>
              <a:t>This query identifies which habitat type recorded the highest number of lagomorph occurrences. It groups all records by habitat type, counts total observations, and helps determine which environment supports the greatest lagomorph activity</a:t>
            </a:r>
            <a:endParaRPr lang="en-US" sz="2800" dirty="0"/>
          </a:p>
        </p:txBody>
      </p:sp>
      <p:pic>
        <p:nvPicPr>
          <p:cNvPr id="7" name="Picture 6">
            <a:extLst>
              <a:ext uri="{FF2B5EF4-FFF2-40B4-BE49-F238E27FC236}">
                <a16:creationId xmlns:a16="http://schemas.microsoft.com/office/drawing/2014/main" id="{785E009A-C811-B055-6690-9F21217A9C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94212" y="2590800"/>
            <a:ext cx="7318565" cy="3886200"/>
          </a:xfrm>
          <a:prstGeom prst="rect">
            <a:avLst/>
          </a:prstGeom>
          <a:effectLst>
            <a:glow rad="101600">
              <a:srgbClr val="FF0000">
                <a:alpha val="60000"/>
              </a:srgbClr>
            </a:glow>
          </a:effectLst>
        </p:spPr>
      </p:pic>
      <p:sp>
        <p:nvSpPr>
          <p:cNvPr id="10" name="Content Placeholder 13">
            <a:extLst>
              <a:ext uri="{FF2B5EF4-FFF2-40B4-BE49-F238E27FC236}">
                <a16:creationId xmlns:a16="http://schemas.microsoft.com/office/drawing/2014/main" id="{77CFF4A0-3607-CF2B-FADF-A9F83C659AC5}"/>
              </a:ext>
            </a:extLst>
          </p:cNvPr>
          <p:cNvSpPr txBox="1">
            <a:spLocks/>
          </p:cNvSpPr>
          <p:nvPr/>
        </p:nvSpPr>
        <p:spPr>
          <a:xfrm>
            <a:off x="303214" y="3276600"/>
            <a:ext cx="3352798" cy="22098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0"/>
              </a:spcBef>
              <a:buFont typeface="Arial" pitchFamily="34" charset="0"/>
              <a:buNone/>
              <a:defRPr sz="2000" kern="1200" cap="all" spc="250" baseline="0">
                <a:solidFill>
                  <a:schemeClr val="bg2">
                    <a:lumMod val="75000"/>
                  </a:schemeClr>
                </a:solidFill>
                <a:latin typeface="+mn-lt"/>
                <a:ea typeface="+mn-ea"/>
                <a:cs typeface="+mn-cs"/>
              </a:defRPr>
            </a:lvl1pPr>
            <a:lvl2pPr marL="457200" indent="0" algn="ctr" defTabSz="914400" rtl="0" eaLnBrk="1" latinLnBrk="0" hangingPunct="1">
              <a:lnSpc>
                <a:spcPct val="90000"/>
              </a:lnSpc>
              <a:spcBef>
                <a:spcPts val="800"/>
              </a:spcBef>
              <a:buFont typeface="Century" pitchFamily="18"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600"/>
              </a:spcBef>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600"/>
              </a:spcBef>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600"/>
              </a:spcBef>
              <a:buFont typeface="Arial"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9pPr>
          </a:lstStyle>
          <a:p>
            <a:r>
              <a:rPr lang="en-IN" sz="1100" b="1" dirty="0">
                <a:solidFill>
                  <a:schemeClr val="tx1"/>
                </a:solidFill>
              </a:rPr>
              <a:t>Concepts:-</a:t>
            </a:r>
            <a:endParaRPr lang="en-IN" b="1" dirty="0">
              <a:solidFill>
                <a:schemeClr val="tx1"/>
              </a:solidFill>
            </a:endParaRPr>
          </a:p>
          <a:p>
            <a:endParaRPr lang="en-IN" b="1" dirty="0">
              <a:solidFill>
                <a:schemeClr val="tx1"/>
              </a:solidFill>
            </a:endParaRPr>
          </a:p>
          <a:p>
            <a:pPr marL="342900" indent="-342900">
              <a:buFont typeface="Wingdings" panose="05000000000000000000" pitchFamily="2" charset="2"/>
              <a:buChar char="Ø"/>
            </a:pPr>
            <a:r>
              <a:rPr lang="en-IN" sz="1800" b="1" dirty="0">
                <a:solidFill>
                  <a:schemeClr val="tx1"/>
                </a:solidFill>
              </a:rPr>
              <a:t>GROUP BY</a:t>
            </a:r>
          </a:p>
          <a:p>
            <a:pPr marL="342900" indent="-342900">
              <a:buFont typeface="Wingdings" panose="05000000000000000000" pitchFamily="2" charset="2"/>
              <a:buChar char="Ø"/>
            </a:pPr>
            <a:endParaRPr lang="en-IN" sz="1800" b="1" dirty="0">
              <a:solidFill>
                <a:schemeClr val="tx1"/>
              </a:solidFill>
            </a:endParaRPr>
          </a:p>
          <a:p>
            <a:pPr marL="342900" indent="-342900">
              <a:buFont typeface="Wingdings" panose="05000000000000000000" pitchFamily="2" charset="2"/>
              <a:buChar char="Ø"/>
            </a:pPr>
            <a:r>
              <a:rPr lang="en-IN" sz="1800" b="1" dirty="0">
                <a:solidFill>
                  <a:schemeClr val="tx1"/>
                </a:solidFill>
              </a:rPr>
              <a:t>COUNT()</a:t>
            </a:r>
          </a:p>
          <a:p>
            <a:pPr marL="342900" indent="-342900">
              <a:buFont typeface="Wingdings" panose="05000000000000000000" pitchFamily="2" charset="2"/>
              <a:buChar char="Ø"/>
            </a:pPr>
            <a:endParaRPr lang="en-IN" sz="1800" b="1" dirty="0">
              <a:solidFill>
                <a:schemeClr val="tx1"/>
              </a:solidFill>
            </a:endParaRPr>
          </a:p>
          <a:p>
            <a:pPr marL="342900" indent="-342900">
              <a:buFont typeface="Wingdings" panose="05000000000000000000" pitchFamily="2" charset="2"/>
              <a:buChar char="Ø"/>
            </a:pPr>
            <a:r>
              <a:rPr lang="en-IN" sz="1800" b="1" dirty="0">
                <a:solidFill>
                  <a:schemeClr val="tx1"/>
                </a:solidFill>
              </a:rPr>
              <a:t>JOIN</a:t>
            </a:r>
            <a:endParaRPr lang="en-US" sz="1800" dirty="0">
              <a:solidFill>
                <a:schemeClr val="tx1"/>
              </a:solidFill>
            </a:endParaRPr>
          </a:p>
        </p:txBody>
      </p:sp>
    </p:spTree>
    <p:extLst>
      <p:ext uri="{BB962C8B-B14F-4D97-AF65-F5344CB8AC3E}">
        <p14:creationId xmlns:p14="http://schemas.microsoft.com/office/powerpoint/2010/main" val="3600820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9811A00-A428-8CB7-A2FD-D2B860C1DC6C}"/>
              </a:ext>
            </a:extLst>
          </p:cNvPr>
          <p:cNvSpPr txBox="1">
            <a:spLocks/>
          </p:cNvSpPr>
          <p:nvPr/>
        </p:nvSpPr>
        <p:spPr>
          <a:xfrm>
            <a:off x="74612" y="152400"/>
            <a:ext cx="11049000" cy="2057400"/>
          </a:xfrm>
          <a:prstGeom prst="rect">
            <a:avLst/>
          </a:prstGeom>
        </p:spPr>
        <p:txBody>
          <a:bodyPr vert="horz" lIns="91440" tIns="45720" rIns="91440" bIns="45720" rtlCol="0" anchor="b">
            <a:normAutofit fontScale="62500" lnSpcReduction="20000"/>
          </a:bodyPr>
          <a:lstStyle>
            <a:lvl1pPr algn="l" defTabSz="914400" rtl="0" eaLnBrk="1" latinLnBrk="0" hangingPunct="1">
              <a:lnSpc>
                <a:spcPct val="80000"/>
              </a:lnSpc>
              <a:spcBef>
                <a:spcPct val="0"/>
              </a:spcBef>
              <a:buNone/>
              <a:defRPr sz="4000" kern="1200">
                <a:solidFill>
                  <a:schemeClr val="tx1"/>
                </a:solidFill>
                <a:latin typeface="+mj-lt"/>
                <a:ea typeface="+mj-ea"/>
                <a:cs typeface="+mj-cs"/>
              </a:defRPr>
            </a:lvl1pPr>
          </a:lstStyle>
          <a:p>
            <a:pPr>
              <a:lnSpc>
                <a:spcPct val="150000"/>
              </a:lnSpc>
              <a:spcBef>
                <a:spcPts val="0"/>
              </a:spcBef>
            </a:pPr>
            <a:r>
              <a:rPr lang="en-IN" sz="2600" b="1" dirty="0"/>
              <a:t>Question 2</a:t>
            </a:r>
            <a:br>
              <a:rPr lang="en-IN" sz="2800" b="1" dirty="0"/>
            </a:br>
            <a:r>
              <a:rPr lang="en-IN" sz="3800" b="1" dirty="0"/>
              <a:t>Which habitat type recorded the highest number of lagomorph occurrences?</a:t>
            </a:r>
            <a:br>
              <a:rPr lang="en-IN" sz="2800" b="1" dirty="0"/>
            </a:br>
            <a:br>
              <a:rPr lang="en-IN" sz="2800" b="1" dirty="0"/>
            </a:br>
            <a:r>
              <a:rPr lang="en-IN" sz="1600" b="1" dirty="0"/>
              <a:t>Answer:-</a:t>
            </a:r>
            <a:br>
              <a:rPr lang="en-IN" sz="2800" b="1" dirty="0"/>
            </a:br>
            <a:r>
              <a:rPr lang="en-IN" sz="2800" b="1" dirty="0"/>
              <a:t>	</a:t>
            </a:r>
            <a:r>
              <a:rPr lang="en-US" sz="1400" dirty="0"/>
              <a:t>This query calculates the average temperature at which each species was observed. By joining occurrence data with survey event details it reveals the temperature range each species prefers, offering insight into ecological adaptation.</a:t>
            </a:r>
            <a:endParaRPr lang="en-US" sz="2800" dirty="0"/>
          </a:p>
        </p:txBody>
      </p:sp>
      <p:pic>
        <p:nvPicPr>
          <p:cNvPr id="8" name="Picture 7">
            <a:extLst>
              <a:ext uri="{FF2B5EF4-FFF2-40B4-BE49-F238E27FC236}">
                <a16:creationId xmlns:a16="http://schemas.microsoft.com/office/drawing/2014/main" id="{5A2B25BD-3DD0-4720-B525-E7889804B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3212" y="2667000"/>
            <a:ext cx="7347408" cy="3886200"/>
          </a:xfrm>
          <a:prstGeom prst="rect">
            <a:avLst/>
          </a:prstGeom>
          <a:effectLst>
            <a:glow rad="101600">
              <a:srgbClr val="FF0000">
                <a:alpha val="60000"/>
              </a:srgbClr>
            </a:glow>
          </a:effectLst>
        </p:spPr>
      </p:pic>
      <p:sp>
        <p:nvSpPr>
          <p:cNvPr id="9" name="Content Placeholder 13">
            <a:extLst>
              <a:ext uri="{FF2B5EF4-FFF2-40B4-BE49-F238E27FC236}">
                <a16:creationId xmlns:a16="http://schemas.microsoft.com/office/drawing/2014/main" id="{7BF322CF-77B3-30DA-2E7D-A2472E9C72A4}"/>
              </a:ext>
            </a:extLst>
          </p:cNvPr>
          <p:cNvSpPr txBox="1">
            <a:spLocks/>
          </p:cNvSpPr>
          <p:nvPr/>
        </p:nvSpPr>
        <p:spPr>
          <a:xfrm>
            <a:off x="8685212" y="3276600"/>
            <a:ext cx="3352798" cy="22098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0"/>
              </a:spcBef>
              <a:buFont typeface="Arial" pitchFamily="34" charset="0"/>
              <a:buNone/>
              <a:defRPr sz="2000" kern="1200" cap="all" spc="250" baseline="0">
                <a:solidFill>
                  <a:schemeClr val="bg2">
                    <a:lumMod val="75000"/>
                  </a:schemeClr>
                </a:solidFill>
                <a:latin typeface="+mn-lt"/>
                <a:ea typeface="+mn-ea"/>
                <a:cs typeface="+mn-cs"/>
              </a:defRPr>
            </a:lvl1pPr>
            <a:lvl2pPr marL="457200" indent="0" algn="ctr" defTabSz="914400" rtl="0" eaLnBrk="1" latinLnBrk="0" hangingPunct="1">
              <a:lnSpc>
                <a:spcPct val="90000"/>
              </a:lnSpc>
              <a:spcBef>
                <a:spcPts val="800"/>
              </a:spcBef>
              <a:buFont typeface="Century" pitchFamily="18"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600"/>
              </a:spcBef>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600"/>
              </a:spcBef>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600"/>
              </a:spcBef>
              <a:buFont typeface="Arial"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9pPr>
          </a:lstStyle>
          <a:p>
            <a:r>
              <a:rPr lang="en-IN" sz="1100" b="1" dirty="0">
                <a:solidFill>
                  <a:schemeClr val="tx1"/>
                </a:solidFill>
              </a:rPr>
              <a:t>Concepts:-</a:t>
            </a:r>
            <a:endParaRPr lang="en-IN" b="1" dirty="0">
              <a:solidFill>
                <a:schemeClr val="tx1"/>
              </a:solidFill>
            </a:endParaRPr>
          </a:p>
          <a:p>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JOIN</a:t>
            </a:r>
          </a:p>
          <a:p>
            <a:pPr marL="342900" indent="-342900">
              <a:buFont typeface="Wingdings" panose="05000000000000000000" pitchFamily="2" charset="2"/>
              <a:buChar char="Ø"/>
            </a:pPr>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GROUP BY</a:t>
            </a:r>
          </a:p>
          <a:p>
            <a:pPr marL="342900" indent="-342900">
              <a:buFont typeface="Wingdings" panose="05000000000000000000" pitchFamily="2" charset="2"/>
              <a:buChar char="Ø"/>
            </a:pPr>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ORDER BY DESC</a:t>
            </a:r>
          </a:p>
          <a:p>
            <a:pPr marL="342900" indent="-342900">
              <a:buFont typeface="Wingdings" panose="05000000000000000000" pitchFamily="2" charset="2"/>
              <a:buChar char="Ø"/>
            </a:pPr>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LIMIT</a:t>
            </a:r>
            <a:endParaRPr lang="en-US" sz="1800" dirty="0">
              <a:solidFill>
                <a:schemeClr val="tx1"/>
              </a:solidFill>
            </a:endParaRPr>
          </a:p>
        </p:txBody>
      </p:sp>
    </p:spTree>
    <p:extLst>
      <p:ext uri="{BB962C8B-B14F-4D97-AF65-F5344CB8AC3E}">
        <p14:creationId xmlns:p14="http://schemas.microsoft.com/office/powerpoint/2010/main" val="4203703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3">
            <a:extLst>
              <a:ext uri="{FF2B5EF4-FFF2-40B4-BE49-F238E27FC236}">
                <a16:creationId xmlns:a16="http://schemas.microsoft.com/office/drawing/2014/main" id="{A1C8D5F7-AEDC-395E-9AFF-865E5A2AE0A2}"/>
              </a:ext>
            </a:extLst>
          </p:cNvPr>
          <p:cNvSpPr txBox="1">
            <a:spLocks/>
          </p:cNvSpPr>
          <p:nvPr/>
        </p:nvSpPr>
        <p:spPr>
          <a:xfrm>
            <a:off x="379412" y="3276600"/>
            <a:ext cx="3352798" cy="22098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0"/>
              </a:spcBef>
              <a:buFont typeface="Arial" pitchFamily="34" charset="0"/>
              <a:buNone/>
              <a:defRPr sz="2000" kern="1200" cap="all" spc="250" baseline="0">
                <a:solidFill>
                  <a:schemeClr val="bg2">
                    <a:lumMod val="75000"/>
                  </a:schemeClr>
                </a:solidFill>
                <a:latin typeface="+mn-lt"/>
                <a:ea typeface="+mn-ea"/>
                <a:cs typeface="+mn-cs"/>
              </a:defRPr>
            </a:lvl1pPr>
            <a:lvl2pPr marL="457200" indent="0" algn="ctr" defTabSz="914400" rtl="0" eaLnBrk="1" latinLnBrk="0" hangingPunct="1">
              <a:lnSpc>
                <a:spcPct val="90000"/>
              </a:lnSpc>
              <a:spcBef>
                <a:spcPts val="800"/>
              </a:spcBef>
              <a:buFont typeface="Century" pitchFamily="18"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600"/>
              </a:spcBef>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600"/>
              </a:spcBef>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600"/>
              </a:spcBef>
              <a:buFont typeface="Arial"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9pPr>
          </a:lstStyle>
          <a:p>
            <a:r>
              <a:rPr lang="en-IN" sz="1100" b="1" dirty="0">
                <a:solidFill>
                  <a:schemeClr val="tx1"/>
                </a:solidFill>
              </a:rPr>
              <a:t>Concepts:-</a:t>
            </a:r>
            <a:endParaRPr lang="en-IN" b="1" dirty="0">
              <a:solidFill>
                <a:schemeClr val="tx1"/>
              </a:solidFill>
            </a:endParaRPr>
          </a:p>
          <a:p>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JOIN</a:t>
            </a:r>
          </a:p>
          <a:p>
            <a:pPr marL="342900" indent="-342900">
              <a:buFont typeface="Wingdings" panose="05000000000000000000" pitchFamily="2" charset="2"/>
              <a:buChar char="Ø"/>
            </a:pPr>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GROUP BY</a:t>
            </a:r>
          </a:p>
          <a:p>
            <a:pPr marL="342900" indent="-342900">
              <a:buFont typeface="Wingdings" panose="05000000000000000000" pitchFamily="2" charset="2"/>
              <a:buChar char="Ø"/>
            </a:pPr>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Average ()</a:t>
            </a:r>
          </a:p>
        </p:txBody>
      </p:sp>
      <p:sp>
        <p:nvSpPr>
          <p:cNvPr id="7" name="Title 1">
            <a:extLst>
              <a:ext uri="{FF2B5EF4-FFF2-40B4-BE49-F238E27FC236}">
                <a16:creationId xmlns:a16="http://schemas.microsoft.com/office/drawing/2014/main" id="{A0C6A167-CA41-DEAA-DD3D-548CAEAEB369}"/>
              </a:ext>
            </a:extLst>
          </p:cNvPr>
          <p:cNvSpPr txBox="1">
            <a:spLocks/>
          </p:cNvSpPr>
          <p:nvPr/>
        </p:nvSpPr>
        <p:spPr>
          <a:xfrm>
            <a:off x="74612" y="152400"/>
            <a:ext cx="11049000" cy="2057400"/>
          </a:xfrm>
          <a:prstGeom prst="rect">
            <a:avLst/>
          </a:prstGeom>
        </p:spPr>
        <p:txBody>
          <a:bodyPr vert="horz" lIns="91440" tIns="45720" rIns="91440" bIns="45720" rtlCol="0" anchor="b">
            <a:normAutofit fontScale="92500" lnSpcReduction="10000"/>
          </a:bodyPr>
          <a:lstStyle>
            <a:lvl1pPr algn="l" defTabSz="914400" rtl="0" eaLnBrk="1" latinLnBrk="0" hangingPunct="1">
              <a:lnSpc>
                <a:spcPct val="80000"/>
              </a:lnSpc>
              <a:spcBef>
                <a:spcPct val="0"/>
              </a:spcBef>
              <a:buNone/>
              <a:defRPr sz="4000" kern="1200">
                <a:solidFill>
                  <a:schemeClr val="tx1"/>
                </a:solidFill>
                <a:latin typeface="+mj-lt"/>
                <a:ea typeface="+mj-ea"/>
                <a:cs typeface="+mj-cs"/>
              </a:defRPr>
            </a:lvl1pPr>
          </a:lstStyle>
          <a:p>
            <a:pPr>
              <a:lnSpc>
                <a:spcPct val="150000"/>
              </a:lnSpc>
              <a:spcBef>
                <a:spcPts val="0"/>
              </a:spcBef>
            </a:pPr>
            <a:r>
              <a:rPr lang="en-IN" sz="2600" b="1" dirty="0"/>
              <a:t>Question 3</a:t>
            </a:r>
            <a:br>
              <a:rPr lang="en-IN" sz="2800" b="1" dirty="0"/>
            </a:br>
            <a:r>
              <a:rPr lang="en-IN" sz="2600" b="1" dirty="0"/>
              <a:t>Find the average temperature at which each species was observed.</a:t>
            </a:r>
          </a:p>
          <a:p>
            <a:br>
              <a:rPr lang="en-IN" sz="2800" b="1" dirty="0"/>
            </a:br>
            <a:r>
              <a:rPr lang="en-IN" sz="1600" b="1" dirty="0"/>
              <a:t>Answer:-</a:t>
            </a:r>
            <a:br>
              <a:rPr lang="en-IN" sz="2800" b="1" dirty="0"/>
            </a:br>
            <a:r>
              <a:rPr lang="en-IN" sz="2800" b="1" dirty="0"/>
              <a:t>	</a:t>
            </a:r>
            <a:r>
              <a:rPr lang="en-US" sz="1400" dirty="0"/>
              <a:t>This query finds which species has the highest total count across all events. It aggregates the individual counts per species to highlight the most dominant or frequently seen species in the entire dataset.</a:t>
            </a:r>
          </a:p>
        </p:txBody>
      </p:sp>
      <p:pic>
        <p:nvPicPr>
          <p:cNvPr id="9" name="Picture 8">
            <a:extLst>
              <a:ext uri="{FF2B5EF4-FFF2-40B4-BE49-F238E27FC236}">
                <a16:creationId xmlns:a16="http://schemas.microsoft.com/office/drawing/2014/main" id="{A39AFDEA-1855-BE9F-F60B-1D1D5303B65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82799" y="2472481"/>
            <a:ext cx="7526613" cy="4004519"/>
          </a:xfrm>
          <a:prstGeom prst="rect">
            <a:avLst/>
          </a:prstGeom>
          <a:effectLst>
            <a:glow rad="101600">
              <a:srgbClr val="FF0000">
                <a:alpha val="60000"/>
              </a:srgbClr>
            </a:glow>
          </a:effectLst>
        </p:spPr>
      </p:pic>
    </p:spTree>
    <p:extLst>
      <p:ext uri="{BB962C8B-B14F-4D97-AF65-F5344CB8AC3E}">
        <p14:creationId xmlns:p14="http://schemas.microsoft.com/office/powerpoint/2010/main" val="3970798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9A3A9F8-18D5-F68C-6956-5A15C92B2E93}"/>
              </a:ext>
            </a:extLst>
          </p:cNvPr>
          <p:cNvSpPr txBox="1">
            <a:spLocks/>
          </p:cNvSpPr>
          <p:nvPr/>
        </p:nvSpPr>
        <p:spPr>
          <a:xfrm>
            <a:off x="74612" y="152400"/>
            <a:ext cx="11049000" cy="2057400"/>
          </a:xfrm>
          <a:prstGeom prst="rect">
            <a:avLst/>
          </a:prstGeom>
        </p:spPr>
        <p:txBody>
          <a:bodyPr vert="horz" lIns="91440" tIns="45720" rIns="91440" bIns="45720" rtlCol="0" anchor="b">
            <a:normAutofit fontScale="85000" lnSpcReduction="10000"/>
          </a:bodyPr>
          <a:lstStyle>
            <a:lvl1pPr algn="l" defTabSz="914400" rtl="0" eaLnBrk="1" latinLnBrk="0" hangingPunct="1">
              <a:lnSpc>
                <a:spcPct val="80000"/>
              </a:lnSpc>
              <a:spcBef>
                <a:spcPct val="0"/>
              </a:spcBef>
              <a:buNone/>
              <a:defRPr sz="4000" kern="1200">
                <a:solidFill>
                  <a:schemeClr val="tx1"/>
                </a:solidFill>
                <a:latin typeface="+mj-lt"/>
                <a:ea typeface="+mj-ea"/>
                <a:cs typeface="+mj-cs"/>
              </a:defRPr>
            </a:lvl1pPr>
          </a:lstStyle>
          <a:p>
            <a:pPr>
              <a:lnSpc>
                <a:spcPct val="150000"/>
              </a:lnSpc>
              <a:spcBef>
                <a:spcPts val="0"/>
              </a:spcBef>
            </a:pPr>
            <a:r>
              <a:rPr lang="en-IN" sz="2600" b="1" dirty="0"/>
              <a:t>Question 4</a:t>
            </a:r>
            <a:br>
              <a:rPr lang="en-IN" sz="2800" b="1" dirty="0"/>
            </a:br>
            <a:r>
              <a:rPr lang="en-IN" sz="2600" b="1" dirty="0"/>
              <a:t>Which species has the highest total count (individual Count) across all events?</a:t>
            </a:r>
          </a:p>
          <a:p>
            <a:br>
              <a:rPr lang="en-IN" sz="2800" b="1" dirty="0"/>
            </a:br>
            <a:r>
              <a:rPr lang="en-IN" sz="1600" b="1" dirty="0"/>
              <a:t>Answer:-</a:t>
            </a:r>
            <a:br>
              <a:rPr lang="en-IN" sz="2800" b="1" dirty="0"/>
            </a:br>
            <a:r>
              <a:rPr lang="en-IN" sz="2800" b="1" dirty="0"/>
              <a:t>	</a:t>
            </a:r>
            <a:r>
              <a:rPr lang="en-US" sz="1400" dirty="0"/>
              <a:t>This query determines which survey event recorded the highest total number of individuals. It sums up all individual counts per event, helping researchers identify when and where the largest concentrations of lagomorphs were observed.</a:t>
            </a:r>
          </a:p>
        </p:txBody>
      </p:sp>
      <p:pic>
        <p:nvPicPr>
          <p:cNvPr id="10" name="Picture 9">
            <a:extLst>
              <a:ext uri="{FF2B5EF4-FFF2-40B4-BE49-F238E27FC236}">
                <a16:creationId xmlns:a16="http://schemas.microsoft.com/office/drawing/2014/main" id="{CD12E10D-975A-C4BD-4031-30032F350E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2942" y="2656227"/>
            <a:ext cx="7466012" cy="3983948"/>
          </a:xfrm>
          <a:prstGeom prst="rect">
            <a:avLst/>
          </a:prstGeom>
          <a:effectLst>
            <a:glow rad="101600">
              <a:srgbClr val="FF0000">
                <a:alpha val="60000"/>
              </a:srgbClr>
            </a:glow>
          </a:effectLst>
        </p:spPr>
      </p:pic>
      <p:sp>
        <p:nvSpPr>
          <p:cNvPr id="11" name="Content Placeholder 13">
            <a:extLst>
              <a:ext uri="{FF2B5EF4-FFF2-40B4-BE49-F238E27FC236}">
                <a16:creationId xmlns:a16="http://schemas.microsoft.com/office/drawing/2014/main" id="{F64D00C3-BB8D-3A94-45F3-E0328A25A75E}"/>
              </a:ext>
            </a:extLst>
          </p:cNvPr>
          <p:cNvSpPr txBox="1">
            <a:spLocks/>
          </p:cNvSpPr>
          <p:nvPr/>
        </p:nvSpPr>
        <p:spPr>
          <a:xfrm>
            <a:off x="8304214" y="3276600"/>
            <a:ext cx="3352798" cy="22098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0"/>
              </a:spcBef>
              <a:buFont typeface="Arial" pitchFamily="34" charset="0"/>
              <a:buNone/>
              <a:defRPr sz="2000" kern="1200" cap="all" spc="250" baseline="0">
                <a:solidFill>
                  <a:schemeClr val="bg2">
                    <a:lumMod val="75000"/>
                  </a:schemeClr>
                </a:solidFill>
                <a:latin typeface="+mn-lt"/>
                <a:ea typeface="+mn-ea"/>
                <a:cs typeface="+mn-cs"/>
              </a:defRPr>
            </a:lvl1pPr>
            <a:lvl2pPr marL="457200" indent="0" algn="ctr" defTabSz="914400" rtl="0" eaLnBrk="1" latinLnBrk="0" hangingPunct="1">
              <a:lnSpc>
                <a:spcPct val="90000"/>
              </a:lnSpc>
              <a:spcBef>
                <a:spcPts val="800"/>
              </a:spcBef>
              <a:buFont typeface="Century" pitchFamily="18"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600"/>
              </a:spcBef>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600"/>
              </a:spcBef>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600"/>
              </a:spcBef>
              <a:buFont typeface="Arial"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9pPr>
          </a:lstStyle>
          <a:p>
            <a:r>
              <a:rPr lang="en-IN" sz="1100" b="1" dirty="0">
                <a:solidFill>
                  <a:schemeClr val="tx1"/>
                </a:solidFill>
              </a:rPr>
              <a:t>Concepts:-</a:t>
            </a:r>
            <a:endParaRPr lang="en-IN" b="1" dirty="0">
              <a:solidFill>
                <a:schemeClr val="tx1"/>
              </a:solidFill>
            </a:endParaRPr>
          </a:p>
          <a:p>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SUM ()</a:t>
            </a:r>
          </a:p>
          <a:p>
            <a:pPr marL="342900" indent="-342900">
              <a:buFont typeface="Wingdings" panose="05000000000000000000" pitchFamily="2" charset="2"/>
              <a:buChar char="Ø"/>
            </a:pPr>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GROUP BY</a:t>
            </a:r>
          </a:p>
          <a:p>
            <a:pPr marL="342900" indent="-342900">
              <a:buFont typeface="Wingdings" panose="05000000000000000000" pitchFamily="2" charset="2"/>
              <a:buChar char="Ø"/>
            </a:pPr>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ORDER BY</a:t>
            </a:r>
          </a:p>
        </p:txBody>
      </p:sp>
    </p:spTree>
    <p:extLst>
      <p:ext uri="{BB962C8B-B14F-4D97-AF65-F5344CB8AC3E}">
        <p14:creationId xmlns:p14="http://schemas.microsoft.com/office/powerpoint/2010/main" val="1700091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9778FB1-E84A-6825-BE4A-AAFF8712C246}"/>
              </a:ext>
            </a:extLst>
          </p:cNvPr>
          <p:cNvSpPr txBox="1">
            <a:spLocks/>
          </p:cNvSpPr>
          <p:nvPr/>
        </p:nvSpPr>
        <p:spPr>
          <a:xfrm>
            <a:off x="74612" y="152400"/>
            <a:ext cx="11049000" cy="2057400"/>
          </a:xfrm>
          <a:prstGeom prst="rect">
            <a:avLst/>
          </a:prstGeom>
        </p:spPr>
        <p:txBody>
          <a:bodyPr vert="horz" lIns="91440" tIns="45720" rIns="91440" bIns="45720" rtlCol="0" anchor="b">
            <a:normAutofit fontScale="92500" lnSpcReduction="10000"/>
          </a:bodyPr>
          <a:lstStyle>
            <a:lvl1pPr algn="l" defTabSz="914400" rtl="0" eaLnBrk="1" latinLnBrk="0" hangingPunct="1">
              <a:lnSpc>
                <a:spcPct val="80000"/>
              </a:lnSpc>
              <a:spcBef>
                <a:spcPct val="0"/>
              </a:spcBef>
              <a:buNone/>
              <a:defRPr sz="4000" kern="1200">
                <a:solidFill>
                  <a:schemeClr val="tx1"/>
                </a:solidFill>
                <a:latin typeface="+mj-lt"/>
                <a:ea typeface="+mj-ea"/>
                <a:cs typeface="+mj-cs"/>
              </a:defRPr>
            </a:lvl1pPr>
          </a:lstStyle>
          <a:p>
            <a:pPr>
              <a:lnSpc>
                <a:spcPct val="150000"/>
              </a:lnSpc>
              <a:spcBef>
                <a:spcPts val="0"/>
              </a:spcBef>
            </a:pPr>
            <a:r>
              <a:rPr lang="en-IN" sz="2600" b="1" dirty="0"/>
              <a:t>Question 5</a:t>
            </a:r>
            <a:br>
              <a:rPr lang="en-IN" sz="2800" b="1" dirty="0"/>
            </a:br>
            <a:r>
              <a:rPr lang="en-IN" sz="2600" b="1" dirty="0"/>
              <a:t>Which county or state had the greatest number of lagomorph sightings?</a:t>
            </a:r>
          </a:p>
          <a:p>
            <a:br>
              <a:rPr lang="en-IN" sz="2800" b="1" dirty="0"/>
            </a:br>
            <a:r>
              <a:rPr lang="en-IN" sz="1600" b="1" dirty="0"/>
              <a:t>Answer:-</a:t>
            </a:r>
            <a:br>
              <a:rPr lang="en-IN" sz="2800" b="1" dirty="0"/>
            </a:br>
            <a:r>
              <a:rPr lang="en-IN" sz="2800" b="1" dirty="0"/>
              <a:t>	</a:t>
            </a:r>
            <a:r>
              <a:rPr lang="en-US" sz="1400" dirty="0"/>
              <a:t>This query filters survey events that occurred during rainfall conditions. It focuses on weather-based observations, allowing analysis of animal presence and </a:t>
            </a:r>
            <a:r>
              <a:rPr lang="en-US" sz="1400" dirty="0" err="1"/>
              <a:t>behaviour</a:t>
            </a:r>
            <a:r>
              <a:rPr lang="en-US" sz="1400" dirty="0"/>
              <a:t> during rainy environments.</a:t>
            </a:r>
          </a:p>
        </p:txBody>
      </p:sp>
      <p:sp>
        <p:nvSpPr>
          <p:cNvPr id="12" name="Content Placeholder 13">
            <a:extLst>
              <a:ext uri="{FF2B5EF4-FFF2-40B4-BE49-F238E27FC236}">
                <a16:creationId xmlns:a16="http://schemas.microsoft.com/office/drawing/2014/main" id="{1D02758D-4459-F930-75F3-A4607BCFB196}"/>
              </a:ext>
            </a:extLst>
          </p:cNvPr>
          <p:cNvSpPr txBox="1">
            <a:spLocks/>
          </p:cNvSpPr>
          <p:nvPr/>
        </p:nvSpPr>
        <p:spPr>
          <a:xfrm>
            <a:off x="836612" y="3124200"/>
            <a:ext cx="3352798" cy="22098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0"/>
              </a:spcBef>
              <a:buFont typeface="Arial" pitchFamily="34" charset="0"/>
              <a:buNone/>
              <a:defRPr sz="2000" kern="1200" cap="all" spc="250" baseline="0">
                <a:solidFill>
                  <a:schemeClr val="bg2">
                    <a:lumMod val="75000"/>
                  </a:schemeClr>
                </a:solidFill>
                <a:latin typeface="+mn-lt"/>
                <a:ea typeface="+mn-ea"/>
                <a:cs typeface="+mn-cs"/>
              </a:defRPr>
            </a:lvl1pPr>
            <a:lvl2pPr marL="457200" indent="0" algn="ctr" defTabSz="914400" rtl="0" eaLnBrk="1" latinLnBrk="0" hangingPunct="1">
              <a:lnSpc>
                <a:spcPct val="90000"/>
              </a:lnSpc>
              <a:spcBef>
                <a:spcPts val="800"/>
              </a:spcBef>
              <a:buFont typeface="Century" pitchFamily="18"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600"/>
              </a:spcBef>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600"/>
              </a:spcBef>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600"/>
              </a:spcBef>
              <a:buFont typeface="Arial"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9pPr>
          </a:lstStyle>
          <a:p>
            <a:r>
              <a:rPr lang="en-IN" sz="1100" b="1" dirty="0">
                <a:solidFill>
                  <a:schemeClr val="tx1"/>
                </a:solidFill>
              </a:rPr>
              <a:t>Concepts:-</a:t>
            </a:r>
            <a:endParaRPr lang="en-IN" b="1" dirty="0">
              <a:solidFill>
                <a:schemeClr val="tx1"/>
              </a:solidFill>
            </a:endParaRPr>
          </a:p>
          <a:p>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JOIN</a:t>
            </a:r>
          </a:p>
          <a:p>
            <a:pPr marL="342900" indent="-342900">
              <a:buFont typeface="Wingdings" panose="05000000000000000000" pitchFamily="2" charset="2"/>
              <a:buChar char="Ø"/>
            </a:pPr>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GROUP BY</a:t>
            </a:r>
          </a:p>
          <a:p>
            <a:pPr marL="342900" indent="-342900">
              <a:buFont typeface="Wingdings" panose="05000000000000000000" pitchFamily="2" charset="2"/>
              <a:buChar char="Ø"/>
            </a:pPr>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COUNT ()</a:t>
            </a:r>
          </a:p>
        </p:txBody>
      </p:sp>
      <p:pic>
        <p:nvPicPr>
          <p:cNvPr id="14" name="Picture 13">
            <a:extLst>
              <a:ext uri="{FF2B5EF4-FFF2-40B4-BE49-F238E27FC236}">
                <a16:creationId xmlns:a16="http://schemas.microsoft.com/office/drawing/2014/main" id="{9D4DA976-D312-133A-0F2E-02B0F8BC73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9384" y="2438401"/>
            <a:ext cx="7835702" cy="4177136"/>
          </a:xfrm>
          <a:prstGeom prst="rect">
            <a:avLst/>
          </a:prstGeom>
          <a:effectLst>
            <a:glow rad="101600">
              <a:srgbClr val="FF0000">
                <a:alpha val="60000"/>
              </a:srgbClr>
            </a:glow>
          </a:effectLst>
        </p:spPr>
      </p:pic>
    </p:spTree>
    <p:extLst>
      <p:ext uri="{BB962C8B-B14F-4D97-AF65-F5344CB8AC3E}">
        <p14:creationId xmlns:p14="http://schemas.microsoft.com/office/powerpoint/2010/main" val="1648180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1A306C9-5107-ADC0-26E4-CC1F0EDB7EDA}"/>
              </a:ext>
            </a:extLst>
          </p:cNvPr>
          <p:cNvSpPr txBox="1">
            <a:spLocks/>
          </p:cNvSpPr>
          <p:nvPr/>
        </p:nvSpPr>
        <p:spPr>
          <a:xfrm>
            <a:off x="74612" y="152400"/>
            <a:ext cx="11049000" cy="2057400"/>
          </a:xfrm>
          <a:prstGeom prst="rect">
            <a:avLst/>
          </a:prstGeom>
        </p:spPr>
        <p:txBody>
          <a:bodyPr vert="horz" lIns="91440" tIns="45720" rIns="91440" bIns="45720" rtlCol="0" anchor="b">
            <a:normAutofit fontScale="92500" lnSpcReduction="10000"/>
          </a:bodyPr>
          <a:lstStyle>
            <a:lvl1pPr algn="l" defTabSz="914400" rtl="0" eaLnBrk="1" latinLnBrk="0" hangingPunct="1">
              <a:lnSpc>
                <a:spcPct val="80000"/>
              </a:lnSpc>
              <a:spcBef>
                <a:spcPct val="0"/>
              </a:spcBef>
              <a:buNone/>
              <a:defRPr sz="4000" kern="1200">
                <a:solidFill>
                  <a:schemeClr val="tx1"/>
                </a:solidFill>
                <a:latin typeface="+mj-lt"/>
                <a:ea typeface="+mj-ea"/>
                <a:cs typeface="+mj-cs"/>
              </a:defRPr>
            </a:lvl1pPr>
          </a:lstStyle>
          <a:p>
            <a:pPr>
              <a:lnSpc>
                <a:spcPct val="110000"/>
              </a:lnSpc>
              <a:spcBef>
                <a:spcPts val="0"/>
              </a:spcBef>
            </a:pPr>
            <a:r>
              <a:rPr lang="en-IN" sz="2400" b="1" dirty="0"/>
              <a:t>Question 6</a:t>
            </a:r>
            <a:br>
              <a:rPr lang="en-IN" sz="2800" b="1" dirty="0"/>
            </a:br>
            <a:r>
              <a:rPr lang="en-IN" sz="2600" b="1" dirty="0"/>
              <a:t>List surveys (event ID) that lasted </a:t>
            </a:r>
            <a:r>
              <a:rPr lang="en-IN" sz="2600" b="1" i="1" dirty="0"/>
              <a:t>more than 2 hours</a:t>
            </a:r>
            <a:r>
              <a:rPr lang="en-IN" sz="2600" b="1" dirty="0"/>
              <a:t> between start Date Time and end Date Time.</a:t>
            </a:r>
          </a:p>
          <a:p>
            <a:br>
              <a:rPr lang="en-IN" sz="2800" b="1" dirty="0"/>
            </a:br>
            <a:r>
              <a:rPr lang="en-IN" sz="1600" b="1" dirty="0"/>
              <a:t>Answer:-</a:t>
            </a:r>
            <a:br>
              <a:rPr lang="en-IN" sz="2800" b="1" dirty="0"/>
            </a:br>
            <a:r>
              <a:rPr lang="en-IN" sz="2800" b="1" dirty="0"/>
              <a:t>	</a:t>
            </a:r>
            <a:r>
              <a:rPr lang="en-US" sz="1400" dirty="0"/>
              <a:t>This query shows the total number of occurrences recorded by each observer. It measures the data collection contribution of individual researchers or volunteers, helping assess participation levels.</a:t>
            </a:r>
          </a:p>
        </p:txBody>
      </p:sp>
      <p:sp>
        <p:nvSpPr>
          <p:cNvPr id="12" name="Content Placeholder 13">
            <a:extLst>
              <a:ext uri="{FF2B5EF4-FFF2-40B4-BE49-F238E27FC236}">
                <a16:creationId xmlns:a16="http://schemas.microsoft.com/office/drawing/2014/main" id="{499EEC0A-F646-1483-233B-CC77F3E84D60}"/>
              </a:ext>
            </a:extLst>
          </p:cNvPr>
          <p:cNvSpPr txBox="1">
            <a:spLocks/>
          </p:cNvSpPr>
          <p:nvPr/>
        </p:nvSpPr>
        <p:spPr>
          <a:xfrm>
            <a:off x="8532812" y="3124200"/>
            <a:ext cx="3352798" cy="22098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0"/>
              </a:spcBef>
              <a:buFont typeface="Arial" pitchFamily="34" charset="0"/>
              <a:buNone/>
              <a:defRPr sz="2000" kern="1200" cap="all" spc="250" baseline="0">
                <a:solidFill>
                  <a:schemeClr val="bg2">
                    <a:lumMod val="75000"/>
                  </a:schemeClr>
                </a:solidFill>
                <a:latin typeface="+mn-lt"/>
                <a:ea typeface="+mn-ea"/>
                <a:cs typeface="+mn-cs"/>
              </a:defRPr>
            </a:lvl1pPr>
            <a:lvl2pPr marL="457200" indent="0" algn="ctr" defTabSz="914400" rtl="0" eaLnBrk="1" latinLnBrk="0" hangingPunct="1">
              <a:lnSpc>
                <a:spcPct val="90000"/>
              </a:lnSpc>
              <a:spcBef>
                <a:spcPts val="800"/>
              </a:spcBef>
              <a:buFont typeface="Century" pitchFamily="18"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600"/>
              </a:spcBef>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600"/>
              </a:spcBef>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600"/>
              </a:spcBef>
              <a:buFont typeface="Arial"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9pPr>
          </a:lstStyle>
          <a:p>
            <a:r>
              <a:rPr lang="en-IN" sz="1100" b="1" dirty="0">
                <a:solidFill>
                  <a:schemeClr val="tx1"/>
                </a:solidFill>
              </a:rPr>
              <a:t>Concepts:-</a:t>
            </a:r>
            <a:endParaRPr lang="en-IN" b="1" dirty="0">
              <a:solidFill>
                <a:schemeClr val="tx1"/>
              </a:solidFill>
            </a:endParaRPr>
          </a:p>
          <a:p>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AGE()</a:t>
            </a:r>
          </a:p>
          <a:p>
            <a:pPr marL="342900" indent="-342900">
              <a:buFont typeface="Wingdings" panose="05000000000000000000" pitchFamily="2" charset="2"/>
              <a:buChar char="Ø"/>
            </a:pPr>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EXTRACT(EPOCH FROM ...)</a:t>
            </a:r>
          </a:p>
          <a:p>
            <a:pPr marL="342900" indent="-342900">
              <a:buFont typeface="Wingdings" panose="05000000000000000000" pitchFamily="2" charset="2"/>
              <a:buChar char="Ø"/>
            </a:pPr>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WHERE</a:t>
            </a:r>
          </a:p>
        </p:txBody>
      </p:sp>
      <p:pic>
        <p:nvPicPr>
          <p:cNvPr id="14" name="Picture 13">
            <a:extLst>
              <a:ext uri="{FF2B5EF4-FFF2-40B4-BE49-F238E27FC236}">
                <a16:creationId xmlns:a16="http://schemas.microsoft.com/office/drawing/2014/main" id="{16F6293F-8CEC-1967-B42D-90B9F772877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7012" y="2514600"/>
            <a:ext cx="7568431" cy="4038600"/>
          </a:xfrm>
          <a:prstGeom prst="rect">
            <a:avLst/>
          </a:prstGeom>
          <a:effectLst>
            <a:glow rad="101600">
              <a:srgbClr val="FF0000">
                <a:alpha val="60000"/>
              </a:srgbClr>
            </a:glow>
          </a:effectLst>
        </p:spPr>
      </p:pic>
    </p:spTree>
    <p:extLst>
      <p:ext uri="{BB962C8B-B14F-4D97-AF65-F5344CB8AC3E}">
        <p14:creationId xmlns:p14="http://schemas.microsoft.com/office/powerpoint/2010/main" val="1169932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4D31EAE-4568-4CA7-C62D-8CD451C0D940}"/>
              </a:ext>
            </a:extLst>
          </p:cNvPr>
          <p:cNvSpPr txBox="1">
            <a:spLocks/>
          </p:cNvSpPr>
          <p:nvPr/>
        </p:nvSpPr>
        <p:spPr>
          <a:xfrm>
            <a:off x="74612" y="152400"/>
            <a:ext cx="11049000" cy="2057400"/>
          </a:xfrm>
          <a:prstGeom prst="rect">
            <a:avLst/>
          </a:prstGeom>
        </p:spPr>
        <p:txBody>
          <a:bodyPr vert="horz" lIns="91440" tIns="45720" rIns="91440" bIns="45720" rtlCol="0" anchor="b">
            <a:normAutofit/>
          </a:bodyPr>
          <a:lstStyle>
            <a:lvl1pPr algn="l" defTabSz="914400" rtl="0" eaLnBrk="1" latinLnBrk="0" hangingPunct="1">
              <a:lnSpc>
                <a:spcPct val="80000"/>
              </a:lnSpc>
              <a:spcBef>
                <a:spcPct val="0"/>
              </a:spcBef>
              <a:buNone/>
              <a:defRPr sz="4000" kern="1200">
                <a:solidFill>
                  <a:schemeClr val="tx1"/>
                </a:solidFill>
                <a:latin typeface="+mj-lt"/>
                <a:ea typeface="+mj-ea"/>
                <a:cs typeface="+mj-cs"/>
              </a:defRPr>
            </a:lvl1pPr>
          </a:lstStyle>
          <a:p>
            <a:pPr>
              <a:lnSpc>
                <a:spcPct val="100000"/>
              </a:lnSpc>
              <a:spcBef>
                <a:spcPts val="0"/>
              </a:spcBef>
            </a:pPr>
            <a:r>
              <a:rPr lang="en-IN" sz="2600" b="1" dirty="0"/>
              <a:t>Question 7</a:t>
            </a:r>
            <a:br>
              <a:rPr lang="en-IN" sz="2800" b="1" dirty="0"/>
            </a:br>
            <a:r>
              <a:rPr lang="en-IN" sz="2400" b="1" dirty="0"/>
              <a:t>Find all species and events where occurrence status = 'absent'.</a:t>
            </a:r>
          </a:p>
          <a:p>
            <a:br>
              <a:rPr lang="en-IN" sz="2800" b="1" dirty="0"/>
            </a:br>
            <a:r>
              <a:rPr lang="en-IN" sz="1600" b="1" dirty="0"/>
              <a:t>Answer:-</a:t>
            </a:r>
            <a:br>
              <a:rPr lang="en-IN" sz="2800" b="1" dirty="0"/>
            </a:br>
            <a:r>
              <a:rPr lang="en-IN" sz="2800" b="1" dirty="0"/>
              <a:t>	</a:t>
            </a:r>
            <a:r>
              <a:rPr lang="en-US" sz="1400" dirty="0"/>
              <a:t>This query identifies which months had the highest number of lagomorph observations. By extracting and grouping data by month it reveals seasonal activity or migration patterns in the dataset.</a:t>
            </a:r>
          </a:p>
        </p:txBody>
      </p:sp>
      <p:pic>
        <p:nvPicPr>
          <p:cNvPr id="8" name="Picture 7">
            <a:extLst>
              <a:ext uri="{FF2B5EF4-FFF2-40B4-BE49-F238E27FC236}">
                <a16:creationId xmlns:a16="http://schemas.microsoft.com/office/drawing/2014/main" id="{E62102F2-6979-8458-3BEE-69A378B6AB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89412" y="2438400"/>
            <a:ext cx="7741472" cy="4114800"/>
          </a:xfrm>
          <a:prstGeom prst="rect">
            <a:avLst/>
          </a:prstGeom>
          <a:effectLst>
            <a:glow rad="101600">
              <a:srgbClr val="FF0000">
                <a:alpha val="60000"/>
              </a:srgbClr>
            </a:glow>
          </a:effectLst>
        </p:spPr>
      </p:pic>
      <p:sp>
        <p:nvSpPr>
          <p:cNvPr id="9" name="Content Placeholder 13">
            <a:extLst>
              <a:ext uri="{FF2B5EF4-FFF2-40B4-BE49-F238E27FC236}">
                <a16:creationId xmlns:a16="http://schemas.microsoft.com/office/drawing/2014/main" id="{E8550AFA-F823-FD70-D65D-AFB3C086DC18}"/>
              </a:ext>
            </a:extLst>
          </p:cNvPr>
          <p:cNvSpPr txBox="1">
            <a:spLocks/>
          </p:cNvSpPr>
          <p:nvPr/>
        </p:nvSpPr>
        <p:spPr>
          <a:xfrm>
            <a:off x="379414" y="3048000"/>
            <a:ext cx="3352798" cy="22098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0"/>
              </a:spcBef>
              <a:buFont typeface="Arial" pitchFamily="34" charset="0"/>
              <a:buNone/>
              <a:defRPr sz="2000" kern="1200" cap="all" spc="250" baseline="0">
                <a:solidFill>
                  <a:schemeClr val="bg2">
                    <a:lumMod val="75000"/>
                  </a:schemeClr>
                </a:solidFill>
                <a:latin typeface="+mn-lt"/>
                <a:ea typeface="+mn-ea"/>
                <a:cs typeface="+mn-cs"/>
              </a:defRPr>
            </a:lvl1pPr>
            <a:lvl2pPr marL="457200" indent="0" algn="ctr" defTabSz="914400" rtl="0" eaLnBrk="1" latinLnBrk="0" hangingPunct="1">
              <a:lnSpc>
                <a:spcPct val="90000"/>
              </a:lnSpc>
              <a:spcBef>
                <a:spcPts val="800"/>
              </a:spcBef>
              <a:buFont typeface="Century" pitchFamily="18"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600"/>
              </a:spcBef>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600"/>
              </a:spcBef>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600"/>
              </a:spcBef>
              <a:buFont typeface="Arial"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9pPr>
          </a:lstStyle>
          <a:p>
            <a:r>
              <a:rPr lang="en-IN" sz="1100" b="1" dirty="0">
                <a:solidFill>
                  <a:schemeClr val="tx1"/>
                </a:solidFill>
              </a:rPr>
              <a:t>Concepts:-</a:t>
            </a:r>
            <a:endParaRPr lang="en-IN" b="1" dirty="0">
              <a:solidFill>
                <a:schemeClr val="tx1"/>
              </a:solidFill>
            </a:endParaRPr>
          </a:p>
          <a:p>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Simple SELECT and filter</a:t>
            </a:r>
          </a:p>
        </p:txBody>
      </p:sp>
    </p:spTree>
    <p:extLst>
      <p:ext uri="{BB962C8B-B14F-4D97-AF65-F5344CB8AC3E}">
        <p14:creationId xmlns:p14="http://schemas.microsoft.com/office/powerpoint/2010/main" val="2329950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119AD9B-818A-FB37-45D6-3ADD862B16F4}"/>
              </a:ext>
            </a:extLst>
          </p:cNvPr>
          <p:cNvSpPr txBox="1">
            <a:spLocks/>
          </p:cNvSpPr>
          <p:nvPr/>
        </p:nvSpPr>
        <p:spPr>
          <a:xfrm>
            <a:off x="74612" y="152400"/>
            <a:ext cx="11049000" cy="2057400"/>
          </a:xfrm>
          <a:prstGeom prst="rect">
            <a:avLst/>
          </a:prstGeom>
        </p:spPr>
        <p:txBody>
          <a:bodyPr vert="horz" lIns="91440" tIns="45720" rIns="91440" bIns="45720" rtlCol="0" anchor="b">
            <a:normAutofit lnSpcReduction="10000"/>
          </a:bodyPr>
          <a:lstStyle>
            <a:lvl1pPr algn="l" defTabSz="914400" rtl="0" eaLnBrk="1" latinLnBrk="0" hangingPunct="1">
              <a:lnSpc>
                <a:spcPct val="80000"/>
              </a:lnSpc>
              <a:spcBef>
                <a:spcPct val="0"/>
              </a:spcBef>
              <a:buNone/>
              <a:defRPr sz="4000" kern="1200">
                <a:solidFill>
                  <a:schemeClr val="tx1"/>
                </a:solidFill>
                <a:latin typeface="+mj-lt"/>
                <a:ea typeface="+mj-ea"/>
                <a:cs typeface="+mj-cs"/>
              </a:defRPr>
            </a:lvl1pPr>
          </a:lstStyle>
          <a:p>
            <a:pPr>
              <a:lnSpc>
                <a:spcPct val="150000"/>
              </a:lnSpc>
              <a:spcBef>
                <a:spcPts val="0"/>
              </a:spcBef>
            </a:pPr>
            <a:r>
              <a:rPr lang="en-IN" sz="2600" b="1" dirty="0"/>
              <a:t>Question 8</a:t>
            </a:r>
            <a:br>
              <a:rPr lang="en-IN" sz="2800" b="1" dirty="0"/>
            </a:br>
            <a:r>
              <a:rPr lang="en-IN" sz="2200" b="1" dirty="0"/>
              <a:t>Which species were recorded in fewer than 3 survey events?</a:t>
            </a:r>
          </a:p>
          <a:p>
            <a:br>
              <a:rPr lang="en-IN" sz="2800" b="1" dirty="0"/>
            </a:br>
            <a:r>
              <a:rPr lang="en-IN" sz="1600" b="1" dirty="0"/>
              <a:t>Answer:-</a:t>
            </a:r>
            <a:br>
              <a:rPr lang="en-IN" sz="2800" b="1" dirty="0"/>
            </a:br>
            <a:r>
              <a:rPr lang="en-IN" sz="2800" b="1" dirty="0"/>
              <a:t>	</a:t>
            </a:r>
            <a:r>
              <a:rPr lang="en-US" sz="1400" dirty="0"/>
              <a:t>This query finds the top three species most frequently recorded. It counts how many times each species appeared in different events, ranking them by frequency to show which species are most common.</a:t>
            </a:r>
          </a:p>
        </p:txBody>
      </p:sp>
      <p:pic>
        <p:nvPicPr>
          <p:cNvPr id="11" name="Picture 10">
            <a:extLst>
              <a:ext uri="{FF2B5EF4-FFF2-40B4-BE49-F238E27FC236}">
                <a16:creationId xmlns:a16="http://schemas.microsoft.com/office/drawing/2014/main" id="{69A8C0E3-DC29-190F-5C76-988D40CD93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3212" y="2615353"/>
            <a:ext cx="7094017" cy="3785447"/>
          </a:xfrm>
          <a:prstGeom prst="rect">
            <a:avLst/>
          </a:prstGeom>
          <a:effectLst>
            <a:glow rad="101600">
              <a:srgbClr val="FF0000">
                <a:alpha val="60000"/>
              </a:srgbClr>
            </a:glow>
          </a:effectLst>
        </p:spPr>
      </p:pic>
      <p:sp>
        <p:nvSpPr>
          <p:cNvPr id="12" name="Content Placeholder 13">
            <a:extLst>
              <a:ext uri="{FF2B5EF4-FFF2-40B4-BE49-F238E27FC236}">
                <a16:creationId xmlns:a16="http://schemas.microsoft.com/office/drawing/2014/main" id="{7D9B5CF3-F6C9-CB68-3859-4A0A3C502C92}"/>
              </a:ext>
            </a:extLst>
          </p:cNvPr>
          <p:cNvSpPr txBox="1">
            <a:spLocks/>
          </p:cNvSpPr>
          <p:nvPr/>
        </p:nvSpPr>
        <p:spPr>
          <a:xfrm>
            <a:off x="8075612" y="2971800"/>
            <a:ext cx="3352798" cy="22098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0"/>
              </a:spcBef>
              <a:buFont typeface="Arial" pitchFamily="34" charset="0"/>
              <a:buNone/>
              <a:defRPr sz="2000" kern="1200" cap="all" spc="250" baseline="0">
                <a:solidFill>
                  <a:schemeClr val="bg2">
                    <a:lumMod val="75000"/>
                  </a:schemeClr>
                </a:solidFill>
                <a:latin typeface="+mn-lt"/>
                <a:ea typeface="+mn-ea"/>
                <a:cs typeface="+mn-cs"/>
              </a:defRPr>
            </a:lvl1pPr>
            <a:lvl2pPr marL="457200" indent="0" algn="ctr" defTabSz="914400" rtl="0" eaLnBrk="1" latinLnBrk="0" hangingPunct="1">
              <a:lnSpc>
                <a:spcPct val="90000"/>
              </a:lnSpc>
              <a:spcBef>
                <a:spcPts val="800"/>
              </a:spcBef>
              <a:buFont typeface="Century" pitchFamily="18"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600"/>
              </a:spcBef>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600"/>
              </a:spcBef>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600"/>
              </a:spcBef>
              <a:buFont typeface="Arial"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9pPr>
          </a:lstStyle>
          <a:p>
            <a:r>
              <a:rPr lang="en-IN" sz="1100" b="1" dirty="0">
                <a:solidFill>
                  <a:schemeClr val="tx1"/>
                </a:solidFill>
              </a:rPr>
              <a:t>Concepts:-</a:t>
            </a:r>
            <a:endParaRPr lang="en-IN" b="1" dirty="0">
              <a:solidFill>
                <a:schemeClr val="tx1"/>
              </a:solidFill>
            </a:endParaRPr>
          </a:p>
          <a:p>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COUNT(DISTINCT eventide) </a:t>
            </a:r>
          </a:p>
          <a:p>
            <a:pPr marL="342900" indent="-342900">
              <a:buFont typeface="Wingdings" panose="05000000000000000000" pitchFamily="2" charset="2"/>
              <a:buChar char="Ø"/>
            </a:pPr>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HAVING</a:t>
            </a:r>
          </a:p>
        </p:txBody>
      </p:sp>
    </p:spTree>
    <p:extLst>
      <p:ext uri="{BB962C8B-B14F-4D97-AF65-F5344CB8AC3E}">
        <p14:creationId xmlns:p14="http://schemas.microsoft.com/office/powerpoint/2010/main" val="4130843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A969C21-88F7-86F8-CDF6-CDA0473D3160}"/>
              </a:ext>
            </a:extLst>
          </p:cNvPr>
          <p:cNvSpPr txBox="1">
            <a:spLocks/>
          </p:cNvSpPr>
          <p:nvPr/>
        </p:nvSpPr>
        <p:spPr>
          <a:xfrm>
            <a:off x="74612" y="152400"/>
            <a:ext cx="11049000" cy="2057400"/>
          </a:xfrm>
          <a:prstGeom prst="rect">
            <a:avLst/>
          </a:prstGeom>
        </p:spPr>
        <p:txBody>
          <a:bodyPr vert="horz" lIns="91440" tIns="45720" rIns="91440" bIns="45720" rtlCol="0" anchor="b">
            <a:normAutofit fontScale="92500" lnSpcReduction="10000"/>
          </a:bodyPr>
          <a:lstStyle>
            <a:lvl1pPr algn="l" defTabSz="914400" rtl="0" eaLnBrk="1" latinLnBrk="0" hangingPunct="1">
              <a:lnSpc>
                <a:spcPct val="80000"/>
              </a:lnSpc>
              <a:spcBef>
                <a:spcPct val="0"/>
              </a:spcBef>
              <a:buNone/>
              <a:defRPr sz="4000" kern="1200">
                <a:solidFill>
                  <a:schemeClr val="tx1"/>
                </a:solidFill>
                <a:latin typeface="+mj-lt"/>
                <a:ea typeface="+mj-ea"/>
                <a:cs typeface="+mj-cs"/>
              </a:defRPr>
            </a:lvl1pPr>
          </a:lstStyle>
          <a:p>
            <a:pPr>
              <a:lnSpc>
                <a:spcPct val="110000"/>
              </a:lnSpc>
              <a:spcBef>
                <a:spcPts val="0"/>
              </a:spcBef>
            </a:pPr>
            <a:r>
              <a:rPr lang="en-IN" sz="2600" b="1" dirty="0"/>
              <a:t>Question 9</a:t>
            </a:r>
            <a:br>
              <a:rPr lang="en-IN" sz="2800" b="1" dirty="0"/>
            </a:br>
            <a:r>
              <a:rPr lang="en-IN" sz="2200" b="1" dirty="0"/>
              <a:t>Show the </a:t>
            </a:r>
            <a:r>
              <a:rPr lang="en-IN" sz="2200" b="1" i="1" dirty="0"/>
              <a:t>average organism quantity</a:t>
            </a:r>
            <a:r>
              <a:rPr lang="en-IN" sz="2200" b="1" dirty="0"/>
              <a:t> by habitat, Description and temperature range (e.g. &lt;10°C, 10–20°C, &gt;20°C).</a:t>
            </a:r>
          </a:p>
          <a:p>
            <a:br>
              <a:rPr lang="en-IN" sz="2800" b="1" dirty="0"/>
            </a:br>
            <a:r>
              <a:rPr lang="en-IN" sz="1600" b="1" dirty="0"/>
              <a:t>Answer:-</a:t>
            </a:r>
            <a:br>
              <a:rPr lang="en-IN" sz="2800" b="1" dirty="0"/>
            </a:br>
            <a:r>
              <a:rPr lang="en-IN" sz="2800" b="1" dirty="0"/>
              <a:t>	</a:t>
            </a:r>
            <a:r>
              <a:rPr lang="en-US" sz="1400" dirty="0"/>
              <a:t>This query examines how average organism quantity varies across habitat types and temperature ranges. It </a:t>
            </a:r>
            <a:r>
              <a:rPr lang="en-US" sz="1400" dirty="0" err="1"/>
              <a:t>categorises</a:t>
            </a:r>
            <a:r>
              <a:rPr lang="en-US" sz="1400" dirty="0"/>
              <a:t> temperatures into bands and averages population counts, uncovering environmental influences on species abundance.</a:t>
            </a:r>
          </a:p>
        </p:txBody>
      </p:sp>
      <p:sp>
        <p:nvSpPr>
          <p:cNvPr id="6" name="Content Placeholder 13">
            <a:extLst>
              <a:ext uri="{FF2B5EF4-FFF2-40B4-BE49-F238E27FC236}">
                <a16:creationId xmlns:a16="http://schemas.microsoft.com/office/drawing/2014/main" id="{F21BC3F3-59ED-97AF-7631-96F2F3600939}"/>
              </a:ext>
            </a:extLst>
          </p:cNvPr>
          <p:cNvSpPr txBox="1">
            <a:spLocks/>
          </p:cNvSpPr>
          <p:nvPr/>
        </p:nvSpPr>
        <p:spPr>
          <a:xfrm>
            <a:off x="836612" y="3124200"/>
            <a:ext cx="3352798" cy="22098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0"/>
              </a:spcBef>
              <a:buFont typeface="Arial" pitchFamily="34" charset="0"/>
              <a:buNone/>
              <a:defRPr sz="2000" kern="1200" cap="all" spc="250" baseline="0">
                <a:solidFill>
                  <a:schemeClr val="bg2">
                    <a:lumMod val="75000"/>
                  </a:schemeClr>
                </a:solidFill>
                <a:latin typeface="+mn-lt"/>
                <a:ea typeface="+mn-ea"/>
                <a:cs typeface="+mn-cs"/>
              </a:defRPr>
            </a:lvl1pPr>
            <a:lvl2pPr marL="457200" indent="0" algn="ctr" defTabSz="914400" rtl="0" eaLnBrk="1" latinLnBrk="0" hangingPunct="1">
              <a:lnSpc>
                <a:spcPct val="90000"/>
              </a:lnSpc>
              <a:spcBef>
                <a:spcPts val="800"/>
              </a:spcBef>
              <a:buFont typeface="Century" pitchFamily="18"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600"/>
              </a:spcBef>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600"/>
              </a:spcBef>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600"/>
              </a:spcBef>
              <a:buFont typeface="Arial"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9pPr>
          </a:lstStyle>
          <a:p>
            <a:r>
              <a:rPr lang="en-IN" sz="1100" b="1" dirty="0">
                <a:solidFill>
                  <a:schemeClr val="tx1"/>
                </a:solidFill>
              </a:rPr>
              <a:t>Concepts:-</a:t>
            </a:r>
            <a:endParaRPr lang="en-IN" b="1" dirty="0">
              <a:solidFill>
                <a:schemeClr val="tx1"/>
              </a:solidFill>
            </a:endParaRPr>
          </a:p>
          <a:p>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CASE WHEN</a:t>
            </a:r>
          </a:p>
          <a:p>
            <a:pPr marL="342900" indent="-342900">
              <a:buFont typeface="Wingdings" panose="05000000000000000000" pitchFamily="2" charset="2"/>
              <a:buChar char="Ø"/>
            </a:pPr>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AVG()</a:t>
            </a:r>
          </a:p>
          <a:p>
            <a:pPr marL="342900" indent="-342900">
              <a:buFont typeface="Wingdings" panose="05000000000000000000" pitchFamily="2" charset="2"/>
              <a:buChar char="Ø"/>
            </a:pPr>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GROUP BY</a:t>
            </a:r>
          </a:p>
        </p:txBody>
      </p:sp>
      <p:pic>
        <p:nvPicPr>
          <p:cNvPr id="8" name="Picture 7">
            <a:extLst>
              <a:ext uri="{FF2B5EF4-FFF2-40B4-BE49-F238E27FC236}">
                <a16:creationId xmlns:a16="http://schemas.microsoft.com/office/drawing/2014/main" id="{2DD14113-F20A-401E-5F91-6C642F1E8DD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65612" y="2514600"/>
            <a:ext cx="7543800" cy="4017595"/>
          </a:xfrm>
          <a:prstGeom prst="rect">
            <a:avLst/>
          </a:prstGeom>
          <a:effectLst>
            <a:glow rad="101600">
              <a:srgbClr val="FF0000">
                <a:alpha val="60000"/>
              </a:srgbClr>
            </a:glow>
          </a:effectLst>
        </p:spPr>
      </p:pic>
    </p:spTree>
    <p:extLst>
      <p:ext uri="{BB962C8B-B14F-4D97-AF65-F5344CB8AC3E}">
        <p14:creationId xmlns:p14="http://schemas.microsoft.com/office/powerpoint/2010/main" val="371841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8463A-20E4-797A-ED00-86332EEBD98D}"/>
              </a:ext>
            </a:extLst>
          </p:cNvPr>
          <p:cNvSpPr txBox="1">
            <a:spLocks/>
          </p:cNvSpPr>
          <p:nvPr/>
        </p:nvSpPr>
        <p:spPr>
          <a:xfrm>
            <a:off x="74612" y="-76200"/>
            <a:ext cx="11049000" cy="2667000"/>
          </a:xfrm>
          <a:prstGeom prst="rect">
            <a:avLst/>
          </a:prstGeom>
        </p:spPr>
        <p:txBody>
          <a:bodyPr vert="horz" lIns="91440" tIns="45720" rIns="91440" bIns="45720" rtlCol="0" anchor="b">
            <a:normAutofit fontScale="92500" lnSpcReduction="10000"/>
          </a:bodyPr>
          <a:lstStyle>
            <a:lvl1pPr algn="l" defTabSz="914400" rtl="0" eaLnBrk="1" latinLnBrk="0" hangingPunct="1">
              <a:lnSpc>
                <a:spcPct val="80000"/>
              </a:lnSpc>
              <a:spcBef>
                <a:spcPct val="0"/>
              </a:spcBef>
              <a:buNone/>
              <a:defRPr sz="4000" kern="1200">
                <a:solidFill>
                  <a:schemeClr val="tx1"/>
                </a:solidFill>
                <a:latin typeface="+mj-lt"/>
                <a:ea typeface="+mj-ea"/>
                <a:cs typeface="+mj-cs"/>
              </a:defRPr>
            </a:lvl1pPr>
          </a:lstStyle>
          <a:p>
            <a:pPr>
              <a:lnSpc>
                <a:spcPct val="150000"/>
              </a:lnSpc>
            </a:pPr>
            <a:r>
              <a:rPr lang="en-IN" sz="2600" b="1" dirty="0"/>
              <a:t>Question 10</a:t>
            </a:r>
            <a:br>
              <a:rPr lang="en-IN" sz="2800" b="1" dirty="0"/>
            </a:br>
            <a:r>
              <a:rPr lang="en-IN" sz="2200" b="1" dirty="0"/>
              <a:t>Create a summary table showing each </a:t>
            </a:r>
            <a:r>
              <a:rPr lang="en-IN" sz="2200" b="1" dirty="0" err="1"/>
              <a:t>eventID</a:t>
            </a:r>
            <a:r>
              <a:rPr lang="en-IN" sz="2200" b="1" dirty="0"/>
              <a:t> with:</a:t>
            </a:r>
            <a:endParaRPr lang="en-IN" sz="2200" dirty="0"/>
          </a:p>
          <a:p>
            <a:pPr marL="571500" lvl="0" indent="-571500">
              <a:lnSpc>
                <a:spcPct val="150000"/>
              </a:lnSpc>
              <a:buFont typeface="Arial" panose="020B0604020202020204" pitchFamily="34" charset="0"/>
              <a:buChar char="•"/>
            </a:pPr>
            <a:r>
              <a:rPr lang="en-IN" sz="1800" b="1" dirty="0"/>
              <a:t>Total individuals observed,</a:t>
            </a:r>
            <a:endParaRPr lang="en-IN" sz="1800" dirty="0"/>
          </a:p>
          <a:p>
            <a:pPr marL="571500" lvl="0" indent="-571500">
              <a:buFont typeface="Arial" panose="020B0604020202020204" pitchFamily="34" charset="0"/>
              <a:buChar char="•"/>
            </a:pPr>
            <a:r>
              <a:rPr lang="en-IN" sz="1800" b="1" dirty="0"/>
              <a:t>Number of species,</a:t>
            </a:r>
            <a:endParaRPr lang="en-IN" sz="1800" dirty="0"/>
          </a:p>
          <a:p>
            <a:pPr marL="571500" lvl="0" indent="-571500">
              <a:buFont typeface="Arial" panose="020B0604020202020204" pitchFamily="34" charset="0"/>
              <a:buChar char="•"/>
            </a:pPr>
            <a:r>
              <a:rPr lang="en-IN" sz="1800" b="1" dirty="0"/>
              <a:t>Average temperature.</a:t>
            </a:r>
            <a:endParaRPr lang="en-IN" sz="1800" dirty="0"/>
          </a:p>
          <a:p>
            <a:br>
              <a:rPr lang="en-IN" sz="2800" b="1" dirty="0"/>
            </a:br>
            <a:r>
              <a:rPr lang="en-IN" sz="1600" b="1" dirty="0"/>
              <a:t>Answer:-</a:t>
            </a:r>
            <a:br>
              <a:rPr lang="en-IN" sz="2800" b="1" dirty="0"/>
            </a:br>
            <a:r>
              <a:rPr lang="en-IN" sz="2800" b="1" dirty="0"/>
              <a:t>	</a:t>
            </a:r>
            <a:r>
              <a:rPr lang="en-US" sz="1400" dirty="0"/>
              <a:t>This query creates an event summary showing the total species, total individuals, and average temperature per event. It combines biodiversity and environmental metrics into one compact overview to evaluate survey outcomes.</a:t>
            </a:r>
          </a:p>
        </p:txBody>
      </p:sp>
      <p:pic>
        <p:nvPicPr>
          <p:cNvPr id="4" name="Picture 3">
            <a:extLst>
              <a:ext uri="{FF2B5EF4-FFF2-40B4-BE49-F238E27FC236}">
                <a16:creationId xmlns:a16="http://schemas.microsoft.com/office/drawing/2014/main" id="{99070266-5DF1-115C-0413-5C49E5168B9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2604791"/>
            <a:ext cx="7542212" cy="4024609"/>
          </a:xfrm>
          <a:prstGeom prst="rect">
            <a:avLst/>
          </a:prstGeom>
          <a:effectLst>
            <a:glow rad="101600">
              <a:srgbClr val="FF0000">
                <a:alpha val="60000"/>
              </a:srgbClr>
            </a:glow>
          </a:effectLst>
        </p:spPr>
      </p:pic>
      <p:sp>
        <p:nvSpPr>
          <p:cNvPr id="5" name="Content Placeholder 13">
            <a:extLst>
              <a:ext uri="{FF2B5EF4-FFF2-40B4-BE49-F238E27FC236}">
                <a16:creationId xmlns:a16="http://schemas.microsoft.com/office/drawing/2014/main" id="{EC5BEC2A-52BD-E294-1151-39597F2816BC}"/>
              </a:ext>
            </a:extLst>
          </p:cNvPr>
          <p:cNvSpPr txBox="1">
            <a:spLocks/>
          </p:cNvSpPr>
          <p:nvPr/>
        </p:nvSpPr>
        <p:spPr>
          <a:xfrm>
            <a:off x="8075614" y="3048000"/>
            <a:ext cx="3352798" cy="22098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0"/>
              </a:spcBef>
              <a:buFont typeface="Arial" pitchFamily="34" charset="0"/>
              <a:buNone/>
              <a:defRPr sz="2000" kern="1200" cap="all" spc="250" baseline="0">
                <a:solidFill>
                  <a:schemeClr val="bg2">
                    <a:lumMod val="75000"/>
                  </a:schemeClr>
                </a:solidFill>
                <a:latin typeface="+mn-lt"/>
                <a:ea typeface="+mn-ea"/>
                <a:cs typeface="+mn-cs"/>
              </a:defRPr>
            </a:lvl1pPr>
            <a:lvl2pPr marL="457200" indent="0" algn="ctr" defTabSz="914400" rtl="0" eaLnBrk="1" latinLnBrk="0" hangingPunct="1">
              <a:lnSpc>
                <a:spcPct val="90000"/>
              </a:lnSpc>
              <a:spcBef>
                <a:spcPts val="800"/>
              </a:spcBef>
              <a:buFont typeface="Century" pitchFamily="18"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600"/>
              </a:spcBef>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600"/>
              </a:spcBef>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600"/>
              </a:spcBef>
              <a:buFont typeface="Arial"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spcBef>
                <a:spcPts val="600"/>
              </a:spcBef>
              <a:buFont typeface="Arial" pitchFamily="34" charset="0"/>
              <a:buNone/>
              <a:defRPr sz="1600" kern="1200">
                <a:solidFill>
                  <a:schemeClr val="tx1">
                    <a:tint val="75000"/>
                  </a:schemeClr>
                </a:solidFill>
                <a:latin typeface="+mn-lt"/>
                <a:ea typeface="+mn-ea"/>
                <a:cs typeface="+mn-cs"/>
              </a:defRPr>
            </a:lvl9pPr>
          </a:lstStyle>
          <a:p>
            <a:r>
              <a:rPr lang="en-IN" sz="1100" b="1" dirty="0">
                <a:solidFill>
                  <a:schemeClr val="tx1"/>
                </a:solidFill>
              </a:rPr>
              <a:t>Concepts:-</a:t>
            </a:r>
            <a:endParaRPr lang="en-IN" b="1" dirty="0">
              <a:solidFill>
                <a:schemeClr val="tx1"/>
              </a:solidFill>
            </a:endParaRPr>
          </a:p>
          <a:p>
            <a:endParaRPr lang="en-IN" b="1" dirty="0">
              <a:solidFill>
                <a:schemeClr val="tx1"/>
              </a:solidFill>
            </a:endParaRPr>
          </a:p>
          <a:p>
            <a:pPr marL="342900" indent="-342900">
              <a:buFont typeface="Wingdings" panose="05000000000000000000" pitchFamily="2" charset="2"/>
              <a:buChar char="Ø"/>
            </a:pPr>
            <a:r>
              <a:rPr lang="en-IN" b="1" dirty="0">
                <a:solidFill>
                  <a:schemeClr val="tx1"/>
                </a:solidFill>
              </a:rPr>
              <a:t>Aggregations + JOIN across all three tables</a:t>
            </a:r>
          </a:p>
        </p:txBody>
      </p:sp>
    </p:spTree>
    <p:extLst>
      <p:ext uri="{BB962C8B-B14F-4D97-AF65-F5344CB8AC3E}">
        <p14:creationId xmlns:p14="http://schemas.microsoft.com/office/powerpoint/2010/main" val="2254311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oodgrain 16x9">
  <a:themeElements>
    <a:clrScheme name="Woodgrain_16x9">
      <a:dk1>
        <a:sysClr val="windowText" lastClr="000000"/>
      </a:dk1>
      <a:lt1>
        <a:sysClr val="window" lastClr="FFFFFF"/>
      </a:lt1>
      <a:dk2>
        <a:srgbClr val="90B365"/>
      </a:dk2>
      <a:lt2>
        <a:srgbClr val="EEECE1"/>
      </a:lt2>
      <a:accent1>
        <a:srgbClr val="4283D2"/>
      </a:accent1>
      <a:accent2>
        <a:srgbClr val="6E9D35"/>
      </a:accent2>
      <a:accent3>
        <a:srgbClr val="DE6742"/>
      </a:accent3>
      <a:accent4>
        <a:srgbClr val="8F73DF"/>
      </a:accent4>
      <a:accent5>
        <a:srgbClr val="CB991B"/>
      </a:accent5>
      <a:accent6>
        <a:srgbClr val="7F7F7F"/>
      </a:accent6>
      <a:hlink>
        <a:srgbClr val="90B365"/>
      </a:hlink>
      <a:folHlink>
        <a:srgbClr val="7F7F7F"/>
      </a:folHlink>
    </a:clrScheme>
    <a:fontScheme name="Century">
      <a:majorFont>
        <a:latin typeface="Century"/>
        <a:ea typeface=""/>
        <a:cs typeface=""/>
      </a:majorFont>
      <a:minorFont>
        <a:latin typeface="Century"/>
        <a:ea typeface=""/>
        <a:cs typeface=""/>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801115" id="{6D802E96-7B24-457C-A326-69AF839D4486}" vid="{C3FFE3C6-9A62-4BEA-9FE0-A8BC12B9BCCA}"/>
    </a:ext>
  </a:extLst>
</a:theme>
</file>

<file path=ppt/theme/theme2.xml><?xml version="1.0" encoding="utf-8"?>
<a:theme xmlns:a="http://schemas.openxmlformats.org/drawingml/2006/main" name="Office Theme">
  <a:themeElements>
    <a:clrScheme name="Woodgrain_16x9">
      <a:dk1>
        <a:sysClr val="windowText" lastClr="000000"/>
      </a:dk1>
      <a:lt1>
        <a:sysClr val="window" lastClr="FFFFFF"/>
      </a:lt1>
      <a:dk2>
        <a:srgbClr val="90B365"/>
      </a:dk2>
      <a:lt2>
        <a:srgbClr val="EEECE1"/>
      </a:lt2>
      <a:accent1>
        <a:srgbClr val="4283D2"/>
      </a:accent1>
      <a:accent2>
        <a:srgbClr val="6E9D35"/>
      </a:accent2>
      <a:accent3>
        <a:srgbClr val="DE6742"/>
      </a:accent3>
      <a:accent4>
        <a:srgbClr val="8F73DF"/>
      </a:accent4>
      <a:accent5>
        <a:srgbClr val="CB991B"/>
      </a:accent5>
      <a:accent6>
        <a:srgbClr val="7F7F7F"/>
      </a:accent6>
      <a:hlink>
        <a:srgbClr val="90B365"/>
      </a:hlink>
      <a:folHlink>
        <a:srgbClr val="7F7F7F"/>
      </a:folHlink>
    </a:clrScheme>
    <a:fontScheme name="Century">
      <a:majorFont>
        <a:latin typeface="Century"/>
        <a:ea typeface=""/>
        <a:cs typeface=""/>
      </a:majorFont>
      <a:minorFont>
        <a:latin typeface="Century"/>
        <a:ea typeface=""/>
        <a:cs typeface=""/>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Woodgrain_16x9">
      <a:dk1>
        <a:sysClr val="windowText" lastClr="000000"/>
      </a:dk1>
      <a:lt1>
        <a:sysClr val="window" lastClr="FFFFFF"/>
      </a:lt1>
      <a:dk2>
        <a:srgbClr val="90B365"/>
      </a:dk2>
      <a:lt2>
        <a:srgbClr val="EEECE1"/>
      </a:lt2>
      <a:accent1>
        <a:srgbClr val="4283D2"/>
      </a:accent1>
      <a:accent2>
        <a:srgbClr val="6E9D35"/>
      </a:accent2>
      <a:accent3>
        <a:srgbClr val="DE6742"/>
      </a:accent3>
      <a:accent4>
        <a:srgbClr val="8F73DF"/>
      </a:accent4>
      <a:accent5>
        <a:srgbClr val="CB991B"/>
      </a:accent5>
      <a:accent6>
        <a:srgbClr val="7F7F7F"/>
      </a:accent6>
      <a:hlink>
        <a:srgbClr val="90B365"/>
      </a:hlink>
      <a:folHlink>
        <a:srgbClr val="7F7F7F"/>
      </a:folHlink>
    </a:clrScheme>
    <a:fontScheme name="Century">
      <a:majorFont>
        <a:latin typeface="Century"/>
        <a:ea typeface=""/>
        <a:cs typeface=""/>
      </a:majorFont>
      <a:minorFont>
        <a:latin typeface="Century"/>
        <a:ea typeface=""/>
        <a:cs typeface=""/>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Override1.xml><?xml version="1.0" encoding="utf-8"?>
<a:themeOverride xmlns:a="http://schemas.openxmlformats.org/drawingml/2006/main">
  <a:clrScheme name="Woodgrain_16x9">
    <a:dk1>
      <a:sysClr val="windowText" lastClr="000000"/>
    </a:dk1>
    <a:lt1>
      <a:sysClr val="window" lastClr="FFFFFF"/>
    </a:lt1>
    <a:dk2>
      <a:srgbClr val="90B365"/>
    </a:dk2>
    <a:lt2>
      <a:srgbClr val="EEECE1"/>
    </a:lt2>
    <a:accent1>
      <a:srgbClr val="4283D2"/>
    </a:accent1>
    <a:accent2>
      <a:srgbClr val="6E9D35"/>
    </a:accent2>
    <a:accent3>
      <a:srgbClr val="DE6742"/>
    </a:accent3>
    <a:accent4>
      <a:srgbClr val="8F73DF"/>
    </a:accent4>
    <a:accent5>
      <a:srgbClr val="CB991B"/>
    </a:accent5>
    <a:accent6>
      <a:srgbClr val="7F7F7F"/>
    </a:accent6>
    <a:hlink>
      <a:srgbClr val="90B365"/>
    </a:hlink>
    <a:folHlink>
      <a:srgbClr val="7F7F7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irectSourceMarket xmlns="4873beb7-5857-4685-be1f-d57550cc96cc" xsi:nil="true"/>
    <ApprovalStatus xmlns="4873beb7-5857-4685-be1f-d57550cc96cc">InProgress</ApprovalStatus>
    <MarketSpecific xmlns="4873beb7-5857-4685-be1f-d57550cc96cc">false</MarketSpecific>
    <LocComments xmlns="4873beb7-5857-4685-be1f-d57550cc96cc" xsi:nil="true"/>
    <ThumbnailAssetId xmlns="4873beb7-5857-4685-be1f-d57550cc96cc" xsi:nil="true"/>
    <PrimaryImageGen xmlns="4873beb7-5857-4685-be1f-d57550cc96cc">false</PrimaryImageGen>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1360511</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 xsi:nil="true"/>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2011-12-12T13:37:00+00:00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UACurrentWords xmlns="4873beb7-5857-4685-be1f-d57550cc96cc" xsi:nil="true"/>
    <ArtSampleDocs xmlns="4873beb7-5857-4685-be1f-d57550cc96cc" xsi:nil="true"/>
    <UALocRecommendation xmlns="4873beb7-5857-4685-be1f-d57550cc96cc">Localize</UALocRecommendation>
    <Manager xmlns="4873beb7-5857-4685-be1f-d57550cc96cc" xsi:nil="true"/>
    <ShowIn xmlns="4873beb7-5857-4685-be1f-d57550cc96cc">Show everywhere</ShowIn>
    <UANotes xmlns="4873beb7-5857-4685-be1f-d57550cc96cc" xsi:nil="true"/>
    <TemplateStatus xmlns="4873beb7-5857-4685-be1f-d57550cc96cc">Complete</TemplateStatus>
    <InternalTagsTaxHTField0 xmlns="4873beb7-5857-4685-be1f-d57550cc96cc">
      <Terms xmlns="http://schemas.microsoft.com/office/infopath/2007/PartnerControls"/>
    </InternalTagsTaxHTField0>
    <CSXHash xmlns="4873beb7-5857-4685-be1f-d57550cc96cc" xsi:nil="true"/>
    <Downloads xmlns="4873beb7-5857-4685-be1f-d57550cc96cc">0</Downloads>
    <VoteCount xmlns="4873beb7-5857-4685-be1f-d57550cc96cc" xsi:nil="true"/>
    <OOCacheId xmlns="4873beb7-5857-4685-be1f-d57550cc96cc" xsi:nil="true"/>
    <IsDeleted xmlns="4873beb7-5857-4685-be1f-d57550cc96cc">false</IsDeleted>
    <AssetExpire xmlns="4873beb7-5857-4685-be1f-d57550cc96cc">2035-01-01T08:00:00+00:00</AssetExpire>
    <DSATActionTaken xmlns="4873beb7-5857-4685-be1f-d57550cc96cc" xsi:nil="true"/>
    <CSXSubmissionMarket xmlns="4873beb7-5857-4685-be1f-d57550cc96cc" xsi:nil="true"/>
    <TPExecutable xmlns="4873beb7-5857-4685-be1f-d57550cc96cc" xsi:nil="true"/>
    <SubmitterId xmlns="4873beb7-5857-4685-be1f-d57550cc96cc" xsi:nil="true"/>
    <EditorialTags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TP102801114</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706531</LocLastLocAttemptVersionLookup>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TaxCatchAll xmlns="4873beb7-5857-4685-be1f-d57550cc96cc"/>
    <Markets xmlns="4873beb7-5857-4685-be1f-d57550cc96cc"/>
    <UAProjectedTotalWords xmlns="4873beb7-5857-4685-be1f-d57550cc96cc" xsi:nil="true"/>
    <IntlLangReview xmlns="4873beb7-5857-4685-be1f-d57550cc96cc">false</IntlLangReview>
    <OutputCachingOn xmlns="4873beb7-5857-4685-be1f-d57550cc96cc">false</OutputCachingOn>
    <AverageRating xmlns="4873beb7-5857-4685-be1f-d57550cc96cc" xsi:nil="true"/>
    <APAuthor xmlns="4873beb7-5857-4685-be1f-d57550cc96cc">
      <UserInfo>
        <DisplayName>REDMOND\v-soujap</DisplayName>
        <AccountId>1954</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OriginalRelease xmlns="4873beb7-5857-4685-be1f-d57550cc96cc">14</OriginalRelease>
    <TPLaunchHelpLinkType xmlns="4873beb7-5857-4685-be1f-d57550cc96cc">Template</TPLaunchHelpLinkType>
    <LocalizationTagsTaxHTField0 xmlns="4873beb7-5857-4685-be1f-d57550cc96cc">
      <Terms xmlns="http://schemas.microsoft.com/office/infopath/2007/PartnerControls"/>
    </LocalizationTagsTaxHTField0>
    <LocMarketGroupTiers2 xmlns="4873beb7-5857-4685-be1f-d57550cc96c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C335E791-7449-4708-8DE9-182EC4D8A134}">
  <ds:schemaRefs>
    <ds:schemaRef ds:uri="4873beb7-5857-4685-be1f-d57550cc96cc"/>
    <ds:schemaRef ds:uri="http://purl.org/dc/elements/1.1/"/>
    <ds:schemaRef ds:uri="http://schemas.microsoft.com/office/2006/metadata/properties"/>
    <ds:schemaRef ds:uri="http://schemas.microsoft.com/office/infopath/2007/PartnerControls"/>
    <ds:schemaRef ds:uri="http://purl.org/dc/terms/"/>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6EB9514F-6A45-47F4-BC6D-A865E29717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20563B-C646-42AF-9D0D-76DF086793C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106</TotalTime>
  <Words>747</Words>
  <Application>Microsoft Office PowerPoint</Application>
  <PresentationFormat>Custom</PresentationFormat>
  <Paragraphs>87</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Century</vt:lpstr>
      <vt:lpstr>Wingdings</vt:lpstr>
      <vt:lpstr>Woodgrain 16x9</vt:lpstr>
      <vt:lpstr>Lagomorph Species Observation and Survey Database  { GRSA Project }</vt:lpstr>
      <vt:lpstr>Question 1 How many total observations were recorded for each lagomorph species?  Answer:-  This query identifies which habitat type recorded the highest number of lagomorph occurrences. It groups all records by habitat type, counts total observations, and helps determine which environment supports the greatest lagomorph activity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Karan Dukare</dc:creator>
  <cp:lastModifiedBy>Karan Dukare</cp:lastModifiedBy>
  <cp:revision>1</cp:revision>
  <dcterms:created xsi:type="dcterms:W3CDTF">2025-11-12T04:29:18Z</dcterms:created>
  <dcterms:modified xsi:type="dcterms:W3CDTF">2025-11-12T06:16:06Z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